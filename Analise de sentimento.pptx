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157"/>
    <a:srgbClr val="080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F62C1B-30FF-45E3-9299-C4F555A85BD1}" v="41" dt="2025-10-20T01:01:23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06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José Silva" userId="c370a8aecc0df27e" providerId="LiveId" clId="{E1F62C1B-30FF-45E3-9299-C4F555A85BD1}"/>
    <pc:docChg chg="undo redo custSel addSld delSld modSld sldOrd">
      <pc:chgData name="Guilherme José Silva" userId="c370a8aecc0df27e" providerId="LiveId" clId="{E1F62C1B-30FF-45E3-9299-C4F555A85BD1}" dt="2025-10-20T01:01:26.314" v="1018" actId="1076"/>
      <pc:docMkLst>
        <pc:docMk/>
      </pc:docMkLst>
      <pc:sldChg chg="addSp delSp modSp mod ord">
        <pc:chgData name="Guilherme José Silva" userId="c370a8aecc0df27e" providerId="LiveId" clId="{E1F62C1B-30FF-45E3-9299-C4F555A85BD1}" dt="2025-10-20T00:53:37.398" v="987"/>
        <pc:sldMkLst>
          <pc:docMk/>
          <pc:sldMk cId="2749156040" sldId="256"/>
        </pc:sldMkLst>
        <pc:spChg chg="mod">
          <ac:chgData name="Guilherme José Silva" userId="c370a8aecc0df27e" providerId="LiveId" clId="{E1F62C1B-30FF-45E3-9299-C4F555A85BD1}" dt="2025-10-20T00:43:04.836" v="642" actId="1035"/>
          <ac:spMkLst>
            <pc:docMk/>
            <pc:sldMk cId="2749156040" sldId="256"/>
            <ac:spMk id="6" creationId="{256C6547-BED6-132D-65CF-B2D882A9AB67}"/>
          </ac:spMkLst>
        </pc:spChg>
        <pc:spChg chg="mod">
          <ac:chgData name="Guilherme José Silva" userId="c370a8aecc0df27e" providerId="LiveId" clId="{E1F62C1B-30FF-45E3-9299-C4F555A85BD1}" dt="2025-10-20T00:43:04.836" v="642" actId="1035"/>
          <ac:spMkLst>
            <pc:docMk/>
            <pc:sldMk cId="2749156040" sldId="256"/>
            <ac:spMk id="7" creationId="{2815C1E6-57A0-4527-F51A-E22BF87865B1}"/>
          </ac:spMkLst>
        </pc:spChg>
        <pc:spChg chg="mod">
          <ac:chgData name="Guilherme José Silva" userId="c370a8aecc0df27e" providerId="LiveId" clId="{E1F62C1B-30FF-45E3-9299-C4F555A85BD1}" dt="2025-10-20T00:43:28.614" v="734" actId="20577"/>
          <ac:spMkLst>
            <pc:docMk/>
            <pc:sldMk cId="2749156040" sldId="256"/>
            <ac:spMk id="8" creationId="{7A85465E-BA6C-1500-5B38-E01C6924E1FB}"/>
          </ac:spMkLst>
        </pc:spChg>
        <pc:spChg chg="mod">
          <ac:chgData name="Guilherme José Silva" userId="c370a8aecc0df27e" providerId="LiveId" clId="{E1F62C1B-30FF-45E3-9299-C4F555A85BD1}" dt="2025-10-20T00:32:19.777" v="84" actId="1038"/>
          <ac:spMkLst>
            <pc:docMk/>
            <pc:sldMk cId="2749156040" sldId="256"/>
            <ac:spMk id="9" creationId="{642DB74F-5D7F-F67F-58E7-D6AFBF455CDC}"/>
          </ac:spMkLst>
        </pc:spChg>
        <pc:spChg chg="mod">
          <ac:chgData name="Guilherme José Silva" userId="c370a8aecc0df27e" providerId="LiveId" clId="{E1F62C1B-30FF-45E3-9299-C4F555A85BD1}" dt="2025-10-20T00:30:46.714" v="32" actId="207"/>
          <ac:spMkLst>
            <pc:docMk/>
            <pc:sldMk cId="2749156040" sldId="256"/>
            <ac:spMk id="11" creationId="{B88DFBDC-2597-8749-C5FB-1F70CAE0F7D4}"/>
          </ac:spMkLst>
        </pc:spChg>
        <pc:spChg chg="mod">
          <ac:chgData name="Guilherme José Silva" userId="c370a8aecc0df27e" providerId="LiveId" clId="{E1F62C1B-30FF-45E3-9299-C4F555A85BD1}" dt="2025-10-20T00:30:46.714" v="32" actId="207"/>
          <ac:spMkLst>
            <pc:docMk/>
            <pc:sldMk cId="2749156040" sldId="256"/>
            <ac:spMk id="12" creationId="{5932C4A3-73ED-32AA-376E-31DDD1C0FAFF}"/>
          </ac:spMkLst>
        </pc:spChg>
        <pc:spChg chg="mod">
          <ac:chgData name="Guilherme José Silva" userId="c370a8aecc0df27e" providerId="LiveId" clId="{E1F62C1B-30FF-45E3-9299-C4F555A85BD1}" dt="2025-10-20T00:30:46.714" v="32" actId="207"/>
          <ac:spMkLst>
            <pc:docMk/>
            <pc:sldMk cId="2749156040" sldId="256"/>
            <ac:spMk id="13" creationId="{748FB7B8-4D1A-BA03-5CBF-521C808693F7}"/>
          </ac:spMkLst>
        </pc:spChg>
        <pc:spChg chg="mod">
          <ac:chgData name="Guilherme José Silva" userId="c370a8aecc0df27e" providerId="LiveId" clId="{E1F62C1B-30FF-45E3-9299-C4F555A85BD1}" dt="2025-10-20T00:30:46.714" v="32" actId="207"/>
          <ac:spMkLst>
            <pc:docMk/>
            <pc:sldMk cId="2749156040" sldId="256"/>
            <ac:spMk id="14" creationId="{6A3D5F2D-4943-3424-2C32-9915E23BF343}"/>
          </ac:spMkLst>
        </pc:spChg>
        <pc:spChg chg="mod">
          <ac:chgData name="Guilherme José Silva" userId="c370a8aecc0df27e" providerId="LiveId" clId="{E1F62C1B-30FF-45E3-9299-C4F555A85BD1}" dt="2025-10-20T00:30:46.714" v="32" actId="207"/>
          <ac:spMkLst>
            <pc:docMk/>
            <pc:sldMk cId="2749156040" sldId="256"/>
            <ac:spMk id="15" creationId="{952A503F-44D6-C431-E372-B01B2411A2CC}"/>
          </ac:spMkLst>
        </pc:spChg>
        <pc:spChg chg="add del mod">
          <ac:chgData name="Guilherme José Silva" userId="c370a8aecc0df27e" providerId="LiveId" clId="{E1F62C1B-30FF-45E3-9299-C4F555A85BD1}" dt="2025-10-20T00:29:37.864" v="30" actId="1076"/>
          <ac:spMkLst>
            <pc:docMk/>
            <pc:sldMk cId="2749156040" sldId="256"/>
            <ac:spMk id="25" creationId="{7236CCB0-A027-EED3-D17C-6C12E1736D64}"/>
          </ac:spMkLst>
        </pc:spChg>
        <pc:grpChg chg="add del mod">
          <ac:chgData name="Guilherme José Silva" userId="c370a8aecc0df27e" providerId="LiveId" clId="{E1F62C1B-30FF-45E3-9299-C4F555A85BD1}" dt="2025-10-20T00:42:58.144" v="614" actId="478"/>
          <ac:grpSpMkLst>
            <pc:docMk/>
            <pc:sldMk cId="2749156040" sldId="256"/>
            <ac:grpSpMk id="24" creationId="{17F1C544-CE80-4F4E-9459-84C7DD0D84E4}"/>
          </ac:grpSpMkLst>
        </pc:grpChg>
      </pc:sldChg>
      <pc:sldChg chg="del">
        <pc:chgData name="Guilherme José Silva" userId="c370a8aecc0df27e" providerId="LiveId" clId="{E1F62C1B-30FF-45E3-9299-C4F555A85BD1}" dt="2025-10-20T00:46:51.799" v="893" actId="47"/>
        <pc:sldMkLst>
          <pc:docMk/>
          <pc:sldMk cId="3042091350" sldId="257"/>
        </pc:sldMkLst>
      </pc:sldChg>
      <pc:sldChg chg="addSp delSp modSp del mod">
        <pc:chgData name="Guilherme José Silva" userId="c370a8aecc0df27e" providerId="LiveId" clId="{E1F62C1B-30FF-45E3-9299-C4F555A85BD1}" dt="2025-10-20T00:53:11.043" v="983" actId="47"/>
        <pc:sldMkLst>
          <pc:docMk/>
          <pc:sldMk cId="181732683" sldId="258"/>
        </pc:sldMkLst>
        <pc:spChg chg="mod">
          <ac:chgData name="Guilherme José Silva" userId="c370a8aecc0df27e" providerId="LiveId" clId="{E1F62C1B-30FF-45E3-9299-C4F555A85BD1}" dt="2025-10-20T00:52:31.804" v="975" actId="14100"/>
          <ac:spMkLst>
            <pc:docMk/>
            <pc:sldMk cId="181732683" sldId="258"/>
            <ac:spMk id="18" creationId="{77531319-AB7F-08C5-8CF7-702B042F44E5}"/>
          </ac:spMkLst>
        </pc:spChg>
        <pc:spChg chg="del mod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19" creationId="{A6E7BC0A-F511-EC8F-3E6A-666D842B3BED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21" creationId="{F8F3EDCC-345E-B07B-FB6A-8DAB73C3CD5E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22" creationId="{0033FE08-F88B-463B-60E3-E83896FA476C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23" creationId="{69F91254-21DE-B9A4-574E-3259D9D06C1A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27" creationId="{BC7C95C6-3926-E9C5-E43D-43B17655A8AA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28" creationId="{0EDA2634-DFEC-56DD-2CCF-4A6244736DBA}"/>
          </ac:spMkLst>
        </pc:spChg>
        <pc:spChg chg="del">
          <ac:chgData name="Guilherme José Silva" userId="c370a8aecc0df27e" providerId="LiveId" clId="{E1F62C1B-30FF-45E3-9299-C4F555A85BD1}" dt="2025-10-20T00:52:52.254" v="979" actId="478"/>
          <ac:spMkLst>
            <pc:docMk/>
            <pc:sldMk cId="181732683" sldId="258"/>
            <ac:spMk id="29" creationId="{843C2DF1-7FE0-8F8A-BB24-1545A6E57F2F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30" creationId="{D92E8D7C-BA19-C15A-6147-C17F79B45AF8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32" creationId="{E18DCF8E-A081-FE64-7FE4-7C2274A48B09}"/>
          </ac:spMkLst>
        </pc:spChg>
        <pc:spChg chg="del">
          <ac:chgData name="Guilherme José Silva" userId="c370a8aecc0df27e" providerId="LiveId" clId="{E1F62C1B-30FF-45E3-9299-C4F555A85BD1}" dt="2025-10-20T00:52:52.254" v="979" actId="478"/>
          <ac:spMkLst>
            <pc:docMk/>
            <pc:sldMk cId="181732683" sldId="258"/>
            <ac:spMk id="34" creationId="{86BC6449-83FF-B257-DB99-FE241AFCEC9A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35" creationId="{12B4F901-546C-9445-96F6-EA815DE00870}"/>
          </ac:spMkLst>
        </pc:spChg>
        <pc:spChg chg="del">
          <ac:chgData name="Guilherme José Silva" userId="c370a8aecc0df27e" providerId="LiveId" clId="{E1F62C1B-30FF-45E3-9299-C4F555A85BD1}" dt="2025-10-20T00:52:44.140" v="978" actId="478"/>
          <ac:spMkLst>
            <pc:docMk/>
            <pc:sldMk cId="181732683" sldId="258"/>
            <ac:spMk id="37" creationId="{EF54AFA9-A884-3A51-E09F-F6D75AF49331}"/>
          </ac:spMkLst>
        </pc:spChg>
        <pc:spChg chg="add mod">
          <ac:chgData name="Guilherme José Silva" userId="c370a8aecc0df27e" providerId="LiveId" clId="{E1F62C1B-30FF-45E3-9299-C4F555A85BD1}" dt="2025-10-20T00:27:47.424" v="9" actId="1076"/>
          <ac:spMkLst>
            <pc:docMk/>
            <pc:sldMk cId="181732683" sldId="258"/>
            <ac:spMk id="39" creationId="{16338281-AA6E-1C44-2627-6B50CD740067}"/>
          </ac:spMkLst>
        </pc:spChg>
        <pc:spChg chg="add mod">
          <ac:chgData name="Guilherme José Silva" userId="c370a8aecc0df27e" providerId="LiveId" clId="{E1F62C1B-30FF-45E3-9299-C4F555A85BD1}" dt="2025-10-20T00:28:30.821" v="20"/>
          <ac:spMkLst>
            <pc:docMk/>
            <pc:sldMk cId="181732683" sldId="258"/>
            <ac:spMk id="41" creationId="{987E0EDE-9978-B762-1A58-27D06940F6C6}"/>
          </ac:spMkLst>
        </pc:spChg>
        <pc:spChg chg="add mod">
          <ac:chgData name="Guilherme José Silva" userId="c370a8aecc0df27e" providerId="LiveId" clId="{E1F62C1B-30FF-45E3-9299-C4F555A85BD1}" dt="2025-10-20T00:28:35.033" v="21"/>
          <ac:spMkLst>
            <pc:docMk/>
            <pc:sldMk cId="181732683" sldId="258"/>
            <ac:spMk id="42" creationId="{BABFC950-753B-CF97-F105-4C38BBE3A122}"/>
          </ac:spMkLst>
        </pc:spChg>
        <pc:spChg chg="mod">
          <ac:chgData name="Guilherme José Silva" userId="c370a8aecc0df27e" providerId="LiveId" clId="{E1F62C1B-30FF-45E3-9299-C4F555A85BD1}" dt="2025-10-20T00:32:29.625" v="85"/>
          <ac:spMkLst>
            <pc:docMk/>
            <pc:sldMk cId="181732683" sldId="258"/>
            <ac:spMk id="44" creationId="{7B1C17C2-11CE-7FB2-2BDA-2156EF51479D}"/>
          </ac:spMkLst>
        </pc:spChg>
        <pc:spChg chg="mod">
          <ac:chgData name="Guilherme José Silva" userId="c370a8aecc0df27e" providerId="LiveId" clId="{E1F62C1B-30FF-45E3-9299-C4F555A85BD1}" dt="2025-10-20T00:32:29.625" v="85"/>
          <ac:spMkLst>
            <pc:docMk/>
            <pc:sldMk cId="181732683" sldId="258"/>
            <ac:spMk id="45" creationId="{95D36CBD-7B9F-A4E5-A94F-499BD38ECDE1}"/>
          </ac:spMkLst>
        </pc:spChg>
        <pc:spChg chg="mod">
          <ac:chgData name="Guilherme José Silva" userId="c370a8aecc0df27e" providerId="LiveId" clId="{E1F62C1B-30FF-45E3-9299-C4F555A85BD1}" dt="2025-10-20T00:32:29.625" v="85"/>
          <ac:spMkLst>
            <pc:docMk/>
            <pc:sldMk cId="181732683" sldId="258"/>
            <ac:spMk id="46" creationId="{F98CCF9C-ACEC-24CB-0A7B-A4DF4B8B0D9A}"/>
          </ac:spMkLst>
        </pc:spChg>
        <pc:spChg chg="mod">
          <ac:chgData name="Guilherme José Silva" userId="c370a8aecc0df27e" providerId="LiveId" clId="{E1F62C1B-30FF-45E3-9299-C4F555A85BD1}" dt="2025-10-20T00:32:29.625" v="85"/>
          <ac:spMkLst>
            <pc:docMk/>
            <pc:sldMk cId="181732683" sldId="258"/>
            <ac:spMk id="47" creationId="{A1CC127F-C6F1-5D53-D94B-BC5256867921}"/>
          </ac:spMkLst>
        </pc:spChg>
        <pc:spChg chg="mod">
          <ac:chgData name="Guilherme José Silva" userId="c370a8aecc0df27e" providerId="LiveId" clId="{E1F62C1B-30FF-45E3-9299-C4F555A85BD1}" dt="2025-10-20T00:32:29.625" v="85"/>
          <ac:spMkLst>
            <pc:docMk/>
            <pc:sldMk cId="181732683" sldId="258"/>
            <ac:spMk id="48" creationId="{D33F8109-7578-E6C5-8BC7-B0BE613558BE}"/>
          </ac:spMkLst>
        </pc:spChg>
        <pc:spChg chg="mod">
          <ac:chgData name="Guilherme José Silva" userId="c370a8aecc0df27e" providerId="LiveId" clId="{E1F62C1B-30FF-45E3-9299-C4F555A85BD1}" dt="2025-10-20T00:32:29.625" v="85"/>
          <ac:spMkLst>
            <pc:docMk/>
            <pc:sldMk cId="181732683" sldId="258"/>
            <ac:spMk id="49" creationId="{69E046C6-9393-8616-4716-1F891EEAFB43}"/>
          </ac:spMkLst>
        </pc:spChg>
        <pc:spChg chg="mod">
          <ac:chgData name="Guilherme José Silva" userId="c370a8aecc0df27e" providerId="LiveId" clId="{E1F62C1B-30FF-45E3-9299-C4F555A85BD1}" dt="2025-10-20T00:39:19.775" v="357" actId="1037"/>
          <ac:spMkLst>
            <pc:docMk/>
            <pc:sldMk cId="181732683" sldId="258"/>
            <ac:spMk id="51" creationId="{FBF6E7D3-33CC-AF37-F988-391BCDB3C640}"/>
          </ac:spMkLst>
        </pc:spChg>
        <pc:spChg chg="mod">
          <ac:chgData name="Guilherme José Silva" userId="c370a8aecc0df27e" providerId="LiveId" clId="{E1F62C1B-30FF-45E3-9299-C4F555A85BD1}" dt="2025-10-20T00:46:05.588" v="885" actId="313"/>
          <ac:spMkLst>
            <pc:docMk/>
            <pc:sldMk cId="181732683" sldId="258"/>
            <ac:spMk id="52" creationId="{3FC90967-3BC3-3214-8CBA-BEA88659F3B0}"/>
          </ac:spMkLst>
        </pc:spChg>
        <pc:spChg chg="mod">
          <ac:chgData name="Guilherme José Silva" userId="c370a8aecc0df27e" providerId="LiveId" clId="{E1F62C1B-30FF-45E3-9299-C4F555A85BD1}" dt="2025-10-20T00:41:58.675" v="605" actId="255"/>
          <ac:spMkLst>
            <pc:docMk/>
            <pc:sldMk cId="181732683" sldId="258"/>
            <ac:spMk id="53" creationId="{101749CB-5405-328A-CE8D-A6E3103E3683}"/>
          </ac:spMkLst>
        </pc:spChg>
        <pc:spChg chg="mod">
          <ac:chgData name="Guilherme José Silva" userId="c370a8aecc0df27e" providerId="LiveId" clId="{E1F62C1B-30FF-45E3-9299-C4F555A85BD1}" dt="2025-10-20T00:45:33.800" v="869" actId="20577"/>
          <ac:spMkLst>
            <pc:docMk/>
            <pc:sldMk cId="181732683" sldId="258"/>
            <ac:spMk id="54" creationId="{9E9C0C0B-6CD8-EA02-FCBA-8FF2DF4F0DB0}"/>
          </ac:spMkLst>
        </pc:spChg>
        <pc:spChg chg="mod">
          <ac:chgData name="Guilherme José Silva" userId="c370a8aecc0df27e" providerId="LiveId" clId="{E1F62C1B-30FF-45E3-9299-C4F555A85BD1}" dt="2025-10-20T00:45:52.954" v="884" actId="20577"/>
          <ac:spMkLst>
            <pc:docMk/>
            <pc:sldMk cId="181732683" sldId="258"/>
            <ac:spMk id="55" creationId="{584772A3-CC7A-BB28-6C24-1F602A2A5BA5}"/>
          </ac:spMkLst>
        </pc:spChg>
        <pc:spChg chg="mod">
          <ac:chgData name="Guilherme José Silva" userId="c370a8aecc0df27e" providerId="LiveId" clId="{E1F62C1B-30FF-45E3-9299-C4F555A85BD1}" dt="2025-10-20T00:41:58.675" v="605" actId="255"/>
          <ac:spMkLst>
            <pc:docMk/>
            <pc:sldMk cId="181732683" sldId="258"/>
            <ac:spMk id="56" creationId="{2DDC02B6-5FF0-DE2F-3B83-9C26B3FEFC64}"/>
          </ac:spMkLst>
        </pc:spChg>
        <pc:spChg chg="add del mod">
          <ac:chgData name="Guilherme José Silva" userId="c370a8aecc0df27e" providerId="LiveId" clId="{E1F62C1B-30FF-45E3-9299-C4F555A85BD1}" dt="2025-10-20T00:36:52.900" v="148" actId="478"/>
          <ac:spMkLst>
            <pc:docMk/>
            <pc:sldMk cId="181732683" sldId="258"/>
            <ac:spMk id="58" creationId="{83245277-301D-B721-F2A8-2986D6267CAC}"/>
          </ac:spMkLst>
        </pc:spChg>
        <pc:spChg chg="add mod">
          <ac:chgData name="Guilherme José Silva" userId="c370a8aecc0df27e" providerId="LiveId" clId="{E1F62C1B-30FF-45E3-9299-C4F555A85BD1}" dt="2025-10-20T00:42:05.782" v="606" actId="313"/>
          <ac:spMkLst>
            <pc:docMk/>
            <pc:sldMk cId="181732683" sldId="258"/>
            <ac:spMk id="59" creationId="{8CFC1399-B538-ECA7-D2F0-53885853E40E}"/>
          </ac:spMkLst>
        </pc:spChg>
        <pc:spChg chg="add del mod">
          <ac:chgData name="Guilherme José Silva" userId="c370a8aecc0df27e" providerId="LiveId" clId="{E1F62C1B-30FF-45E3-9299-C4F555A85BD1}" dt="2025-10-20T00:44:47.334" v="775"/>
          <ac:spMkLst>
            <pc:docMk/>
            <pc:sldMk cId="181732683" sldId="258"/>
            <ac:spMk id="61" creationId="{CC6733D9-9DAC-BCD6-786A-07D694251407}"/>
          </ac:spMkLst>
        </pc:spChg>
        <pc:grpChg chg="del">
          <ac:chgData name="Guilherme José Silva" userId="c370a8aecc0df27e" providerId="LiveId" clId="{E1F62C1B-30FF-45E3-9299-C4F555A85BD1}" dt="2025-10-20T00:28:19.809" v="18" actId="478"/>
          <ac:grpSpMkLst>
            <pc:docMk/>
            <pc:sldMk cId="181732683" sldId="258"/>
            <ac:grpSpMk id="2" creationId="{5D4B5DD5-6C28-3F20-7849-8609D46CE836}"/>
          </ac:grpSpMkLst>
        </pc:grpChg>
        <pc:grpChg chg="add mod">
          <ac:chgData name="Guilherme José Silva" userId="c370a8aecc0df27e" providerId="LiveId" clId="{E1F62C1B-30FF-45E3-9299-C4F555A85BD1}" dt="2025-10-20T00:32:29.625" v="85"/>
          <ac:grpSpMkLst>
            <pc:docMk/>
            <pc:sldMk cId="181732683" sldId="258"/>
            <ac:grpSpMk id="43" creationId="{426BE587-3F5A-4555-9197-D1030F3C6437}"/>
          </ac:grpSpMkLst>
        </pc:grpChg>
        <pc:grpChg chg="add mod">
          <ac:chgData name="Guilherme José Silva" userId="c370a8aecc0df27e" providerId="LiveId" clId="{E1F62C1B-30FF-45E3-9299-C4F555A85BD1}" dt="2025-10-20T00:41:02.718" v="587" actId="164"/>
          <ac:grpSpMkLst>
            <pc:docMk/>
            <pc:sldMk cId="181732683" sldId="258"/>
            <ac:grpSpMk id="50" creationId="{E120DFBC-AD49-76B7-BCEE-A5051FA23DFC}"/>
          </ac:grpSpMkLst>
        </pc:grpChg>
        <pc:grpChg chg="add mod">
          <ac:chgData name="Guilherme José Silva" userId="c370a8aecc0df27e" providerId="LiveId" clId="{E1F62C1B-30FF-45E3-9299-C4F555A85BD1}" dt="2025-10-20T00:41:02.718" v="587" actId="164"/>
          <ac:grpSpMkLst>
            <pc:docMk/>
            <pc:sldMk cId="181732683" sldId="258"/>
            <ac:grpSpMk id="60" creationId="{FFAB53B7-04D7-532A-A585-D95FC3636E86}"/>
          </ac:grpSpMkLst>
        </pc:grpChg>
        <pc:picChg chg="add del">
          <ac:chgData name="Guilherme José Silva" userId="c370a8aecc0df27e" providerId="LiveId" clId="{E1F62C1B-30FF-45E3-9299-C4F555A85BD1}" dt="2025-10-20T00:27:58.504" v="13" actId="21"/>
          <ac:picMkLst>
            <pc:docMk/>
            <pc:sldMk cId="181732683" sldId="258"/>
            <ac:picMk id="20" creationId="{9CABF9EB-D4CD-F73E-F7FC-40052FD60365}"/>
          </ac:picMkLst>
        </pc:picChg>
        <pc:picChg chg="add mod">
          <ac:chgData name="Guilherme José Silva" userId="c370a8aecc0df27e" providerId="LiveId" clId="{E1F62C1B-30FF-45E3-9299-C4F555A85BD1}" dt="2025-10-20T00:28:16.725" v="17" actId="1076"/>
          <ac:picMkLst>
            <pc:docMk/>
            <pc:sldMk cId="181732683" sldId="258"/>
            <ac:picMk id="40" creationId="{71F25215-B82E-295D-4708-8E4AF3B67CC1}"/>
          </ac:picMkLst>
        </pc:picChg>
      </pc:sldChg>
      <pc:sldChg chg="addSp delSp modSp add mod ord">
        <pc:chgData name="Guilherme José Silva" userId="c370a8aecc0df27e" providerId="LiveId" clId="{E1F62C1B-30FF-45E3-9299-C4F555A85BD1}" dt="2025-10-20T00:57:42.854" v="1007" actId="1076"/>
        <pc:sldMkLst>
          <pc:docMk/>
          <pc:sldMk cId="3739042463" sldId="259"/>
        </pc:sldMkLst>
        <pc:spChg chg="mod">
          <ac:chgData name="Guilherme José Silva" userId="c370a8aecc0df27e" providerId="LiveId" clId="{E1F62C1B-30FF-45E3-9299-C4F555A85BD1}" dt="2025-10-20T00:47:12.828" v="895"/>
          <ac:spMkLst>
            <pc:docMk/>
            <pc:sldMk cId="3739042463" sldId="259"/>
            <ac:spMk id="4" creationId="{1138E6F8-A5B4-7291-3D44-BF09F359694A}"/>
          </ac:spMkLst>
        </pc:spChg>
        <pc:spChg chg="mod">
          <ac:chgData name="Guilherme José Silva" userId="c370a8aecc0df27e" providerId="LiveId" clId="{E1F62C1B-30FF-45E3-9299-C4F555A85BD1}" dt="2025-10-20T00:47:12.828" v="895"/>
          <ac:spMkLst>
            <pc:docMk/>
            <pc:sldMk cId="3739042463" sldId="259"/>
            <ac:spMk id="5" creationId="{FA6173C5-BEE8-043F-9201-53F32C5B043C}"/>
          </ac:spMkLst>
        </pc:spChg>
        <pc:spChg chg="del">
          <ac:chgData name="Guilherme José Silva" userId="c370a8aecc0df27e" providerId="LiveId" clId="{E1F62C1B-30FF-45E3-9299-C4F555A85BD1}" dt="2025-10-20T00:46:57.349" v="894" actId="478"/>
          <ac:spMkLst>
            <pc:docMk/>
            <pc:sldMk cId="3739042463" sldId="259"/>
            <ac:spMk id="6" creationId="{E5945D48-6CAF-B3C4-09E1-8B799EA50CA1}"/>
          </ac:spMkLst>
        </pc:spChg>
        <pc:spChg chg="del">
          <ac:chgData name="Guilherme José Silva" userId="c370a8aecc0df27e" providerId="LiveId" clId="{E1F62C1B-30FF-45E3-9299-C4F555A85BD1}" dt="2025-10-20T00:46:57.349" v="894" actId="478"/>
          <ac:spMkLst>
            <pc:docMk/>
            <pc:sldMk cId="3739042463" sldId="259"/>
            <ac:spMk id="7" creationId="{923DD543-613B-BB55-5EA6-74C441296CAD}"/>
          </ac:spMkLst>
        </pc:spChg>
        <pc:spChg chg="del">
          <ac:chgData name="Guilherme José Silva" userId="c370a8aecc0df27e" providerId="LiveId" clId="{E1F62C1B-30FF-45E3-9299-C4F555A85BD1}" dt="2025-10-20T00:46:57.349" v="894" actId="478"/>
          <ac:spMkLst>
            <pc:docMk/>
            <pc:sldMk cId="3739042463" sldId="259"/>
            <ac:spMk id="8" creationId="{1DEC0531-A97B-053D-B411-00BD57D81491}"/>
          </ac:spMkLst>
        </pc:spChg>
        <pc:spChg chg="mod">
          <ac:chgData name="Guilherme José Silva" userId="c370a8aecc0df27e" providerId="LiveId" clId="{E1F62C1B-30FF-45E3-9299-C4F555A85BD1}" dt="2025-10-20T00:48:01.766" v="910" actId="108"/>
          <ac:spMkLst>
            <pc:docMk/>
            <pc:sldMk cId="3739042463" sldId="259"/>
            <ac:spMk id="9" creationId="{C82902AF-BC4A-86E0-2AEC-8920F686D7E8}"/>
          </ac:spMkLst>
        </pc:spChg>
        <pc:spChg chg="mod">
          <ac:chgData name="Guilherme José Silva" userId="c370a8aecc0df27e" providerId="LiveId" clId="{E1F62C1B-30FF-45E3-9299-C4F555A85BD1}" dt="2025-10-20T00:47:57.706" v="909" actId="108"/>
          <ac:spMkLst>
            <pc:docMk/>
            <pc:sldMk cId="3739042463" sldId="259"/>
            <ac:spMk id="10" creationId="{EA77C4B7-513E-02EC-EF03-CE91E8C6CF5A}"/>
          </ac:spMkLst>
        </pc:spChg>
        <pc:spChg chg="mod">
          <ac:chgData name="Guilherme José Silva" userId="c370a8aecc0df27e" providerId="LiveId" clId="{E1F62C1B-30FF-45E3-9299-C4F555A85BD1}" dt="2025-10-20T00:47:12.828" v="895"/>
          <ac:spMkLst>
            <pc:docMk/>
            <pc:sldMk cId="3739042463" sldId="259"/>
            <ac:spMk id="11" creationId="{B828B00D-1617-9AA8-3E07-037B5F457779}"/>
          </ac:spMkLst>
        </pc:spChg>
        <pc:spChg chg="mod">
          <ac:chgData name="Guilherme José Silva" userId="c370a8aecc0df27e" providerId="LiveId" clId="{E1F62C1B-30FF-45E3-9299-C4F555A85BD1}" dt="2025-10-20T00:47:12.828" v="895"/>
          <ac:spMkLst>
            <pc:docMk/>
            <pc:sldMk cId="3739042463" sldId="259"/>
            <ac:spMk id="12" creationId="{9C4CA405-377F-32EB-8D92-FBF8B6407D3E}"/>
          </ac:spMkLst>
        </pc:spChg>
        <pc:spChg chg="mod">
          <ac:chgData name="Guilherme José Silva" userId="c370a8aecc0df27e" providerId="LiveId" clId="{E1F62C1B-30FF-45E3-9299-C4F555A85BD1}" dt="2025-10-20T00:47:12.828" v="895"/>
          <ac:spMkLst>
            <pc:docMk/>
            <pc:sldMk cId="3739042463" sldId="259"/>
            <ac:spMk id="13" creationId="{B7655015-D905-9D4D-F39A-1514E527F151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14" creationId="{F2BAC765-0A14-1E22-EAB4-B52BC79C0EC0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15" creationId="{E414B774-3C71-C671-D03C-F718C4CA9228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16" creationId="{DC8A4E3B-47EF-1930-1F53-9CDD9A3EF95F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17" creationId="{4F07C29B-C1A2-5006-02B2-5AB18BA3D005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18" creationId="{1D343D5D-2EC4-9E34-67DE-3A9FC0FD97D8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19" creationId="{2B0AAD62-5522-7650-7CD6-518848AB1BD7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20" creationId="{224635A1-87AD-4175-BB0F-A814AF7CE41A}"/>
          </ac:spMkLst>
        </pc:spChg>
        <pc:spChg chg="add mod">
          <ac:chgData name="Guilherme José Silva" userId="c370a8aecc0df27e" providerId="LiveId" clId="{E1F62C1B-30FF-45E3-9299-C4F555A85BD1}" dt="2025-10-20T00:57:42.854" v="1007" actId="1076"/>
          <ac:spMkLst>
            <pc:docMk/>
            <pc:sldMk cId="3739042463" sldId="259"/>
            <ac:spMk id="21" creationId="{E40EB3D8-1BC7-3A9E-23FD-A2BD6C80D915}"/>
          </ac:spMkLst>
        </pc:spChg>
        <pc:grpChg chg="add mod">
          <ac:chgData name="Guilherme José Silva" userId="c370a8aecc0df27e" providerId="LiveId" clId="{E1F62C1B-30FF-45E3-9299-C4F555A85BD1}" dt="2025-10-20T00:47:12.828" v="895"/>
          <ac:grpSpMkLst>
            <pc:docMk/>
            <pc:sldMk cId="3739042463" sldId="259"/>
            <ac:grpSpMk id="2" creationId="{EAFD4929-BA48-738B-8CC4-EF2D01525D0C}"/>
          </ac:grpSpMkLst>
        </pc:grpChg>
        <pc:grpChg chg="mod">
          <ac:chgData name="Guilherme José Silva" userId="c370a8aecc0df27e" providerId="LiveId" clId="{E1F62C1B-30FF-45E3-9299-C4F555A85BD1}" dt="2025-10-20T00:47:12.828" v="895"/>
          <ac:grpSpMkLst>
            <pc:docMk/>
            <pc:sldMk cId="3739042463" sldId="259"/>
            <ac:grpSpMk id="3" creationId="{F086C0CC-4AAC-B604-EF9A-2EC51492174F}"/>
          </ac:grpSpMkLst>
        </pc:grpChg>
      </pc:sldChg>
      <pc:sldChg chg="add del setBg">
        <pc:chgData name="Guilherme José Silva" userId="c370a8aecc0df27e" providerId="LiveId" clId="{E1F62C1B-30FF-45E3-9299-C4F555A85BD1}" dt="2025-10-20T00:47:20.430" v="899" actId="47"/>
        <pc:sldMkLst>
          <pc:docMk/>
          <pc:sldMk cId="467231161" sldId="260"/>
        </pc:sldMkLst>
      </pc:sldChg>
      <pc:sldChg chg="addSp delSp modSp add mod">
        <pc:chgData name="Guilherme José Silva" userId="c370a8aecc0df27e" providerId="LiveId" clId="{E1F62C1B-30FF-45E3-9299-C4F555A85BD1}" dt="2025-10-20T00:58:05.061" v="1009" actId="478"/>
        <pc:sldMkLst>
          <pc:docMk/>
          <pc:sldMk cId="1897639591" sldId="260"/>
        </pc:sldMkLst>
        <pc:spChg chg="del">
          <ac:chgData name="Guilherme José Silva" userId="c370a8aecc0df27e" providerId="LiveId" clId="{E1F62C1B-30FF-45E3-9299-C4F555A85BD1}" dt="2025-10-20T00:58:05.061" v="1009" actId="478"/>
          <ac:spMkLst>
            <pc:docMk/>
            <pc:sldMk cId="1897639591" sldId="260"/>
            <ac:spMk id="6" creationId="{ACA703EC-F34F-D047-7389-39764EF45E63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7" creationId="{B358BC8D-3FFF-F184-29C8-A16F0C3F8843}"/>
          </ac:spMkLst>
        </pc:spChg>
        <pc:spChg chg="mod">
          <ac:chgData name="Guilherme José Silva" userId="c370a8aecc0df27e" providerId="LiveId" clId="{E1F62C1B-30FF-45E3-9299-C4F555A85BD1}" dt="2025-10-20T00:48:15.677" v="912" actId="108"/>
          <ac:spMkLst>
            <pc:docMk/>
            <pc:sldMk cId="1897639591" sldId="260"/>
            <ac:spMk id="9" creationId="{F0394497-0866-702C-E6A5-4DDDCF4F84C3}"/>
          </ac:spMkLst>
        </pc:spChg>
        <pc:spChg chg="mod">
          <ac:chgData name="Guilherme José Silva" userId="c370a8aecc0df27e" providerId="LiveId" clId="{E1F62C1B-30FF-45E3-9299-C4F555A85BD1}" dt="2025-10-20T00:48:12.318" v="911" actId="108"/>
          <ac:spMkLst>
            <pc:docMk/>
            <pc:sldMk cId="1897639591" sldId="260"/>
            <ac:spMk id="11" creationId="{63391671-2696-6CC9-1B72-8FE80A82ECE1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15" creationId="{0F0300F4-C64F-330A-7BF2-518A416E7C04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19" creationId="{63AD7E22-8377-D565-9169-EE314D0DAC72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21" creationId="{BD416DFD-B52F-3D17-04B3-34C106A2C671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22" creationId="{C0A3C528-6B6E-B3D4-9AC5-2257E5E99FFF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23" creationId="{733C6FC2-C5F6-829B-A4B4-7A18AE573154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28" creationId="{8E05A337-DED3-ABC9-0A54-83470E4AD21F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33" creationId="{19C2B61E-B089-65B8-BF1E-5D9D340A000D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34" creationId="{5B4A9526-03F8-36B5-E601-4A04AFF2F5C4}"/>
          </ac:spMkLst>
        </pc:spChg>
        <pc:spChg chg="add mod">
          <ac:chgData name="Guilherme José Silva" userId="c370a8aecc0df27e" providerId="LiveId" clId="{E1F62C1B-30FF-45E3-9299-C4F555A85BD1}" dt="2025-10-20T00:57:55.647" v="1008"/>
          <ac:spMkLst>
            <pc:docMk/>
            <pc:sldMk cId="1897639591" sldId="260"/>
            <ac:spMk id="35" creationId="{BC092E7B-3D68-DDAC-7AFA-E0F75927C182}"/>
          </ac:spMkLst>
        </pc:spChg>
      </pc:sldChg>
      <pc:sldChg chg="add del">
        <pc:chgData name="Guilherme José Silva" userId="c370a8aecc0df27e" providerId="LiveId" clId="{E1F62C1B-30FF-45E3-9299-C4F555A85BD1}" dt="2025-10-20T00:47:30.359" v="901" actId="2696"/>
        <pc:sldMkLst>
          <pc:docMk/>
          <pc:sldMk cId="2709574326" sldId="260"/>
        </pc:sldMkLst>
      </pc:sldChg>
      <pc:sldChg chg="add del">
        <pc:chgData name="Guilherme José Silva" userId="c370a8aecc0df27e" providerId="LiveId" clId="{E1F62C1B-30FF-45E3-9299-C4F555A85BD1}" dt="2025-10-20T00:47:35.540" v="903" actId="2696"/>
        <pc:sldMkLst>
          <pc:docMk/>
          <pc:sldMk cId="2999699013" sldId="260"/>
        </pc:sldMkLst>
      </pc:sldChg>
      <pc:sldChg chg="addSp delSp modSp add mod">
        <pc:chgData name="Guilherme José Silva" userId="c370a8aecc0df27e" providerId="LiveId" clId="{E1F62C1B-30FF-45E3-9299-C4F555A85BD1}" dt="2025-10-20T01:00:23.583" v="1016" actId="1076"/>
        <pc:sldMkLst>
          <pc:docMk/>
          <pc:sldMk cId="3773849589" sldId="261"/>
        </pc:sldMkLst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6" creationId="{9A5A42F7-7065-91FC-574D-FD719721AB4E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7" creationId="{D29B9B98-8AAA-C58E-12C1-1DF7866D5199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8" creationId="{5EDEB1DD-E61E-155F-81CB-F67223D58B78}"/>
          </ac:spMkLst>
        </pc:spChg>
        <pc:spChg chg="mod">
          <ac:chgData name="Guilherme José Silva" userId="c370a8aecc0df27e" providerId="LiveId" clId="{E1F62C1B-30FF-45E3-9299-C4F555A85BD1}" dt="2025-10-20T00:48:31.705" v="914" actId="108"/>
          <ac:spMkLst>
            <pc:docMk/>
            <pc:sldMk cId="3773849589" sldId="261"/>
            <ac:spMk id="9" creationId="{43346AF1-C820-634D-50FC-6E7C9528C414}"/>
          </ac:spMkLst>
        </pc:spChg>
        <pc:spChg chg="mod">
          <ac:chgData name="Guilherme José Silva" userId="c370a8aecc0df27e" providerId="LiveId" clId="{E1F62C1B-30FF-45E3-9299-C4F555A85BD1}" dt="2025-10-20T00:48:28.484" v="913" actId="108"/>
          <ac:spMkLst>
            <pc:docMk/>
            <pc:sldMk cId="3773849589" sldId="261"/>
            <ac:spMk id="12" creationId="{D5CE02DF-2D80-A2A9-5EC1-DD549287966F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14" creationId="{777A43E3-15B0-4511-9E93-7ABED8C3674A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15" creationId="{B91DB661-68EF-6F91-782F-3E6DFF25076D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16" creationId="{688DD807-3498-7FBE-1943-E83055C37B44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18" creationId="{CF33CAE3-41EC-D8FC-F016-DA61325FEBF0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19" creationId="{1A6E0258-2894-B613-EF63-7385D92FA6C1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21" creationId="{CDC4F767-0332-516A-5DFD-51B37F7C1355}"/>
          </ac:spMkLst>
        </pc:spChg>
        <pc:spChg chg="add mod">
          <ac:chgData name="Guilherme José Silva" userId="c370a8aecc0df27e" providerId="LiveId" clId="{E1F62C1B-30FF-45E3-9299-C4F555A85BD1}" dt="2025-10-20T00:58:19.313" v="1010"/>
          <ac:spMkLst>
            <pc:docMk/>
            <pc:sldMk cId="3773849589" sldId="261"/>
            <ac:spMk id="22" creationId="{96074169-49CF-A396-1F00-5B0CDA5E5D12}"/>
          </ac:spMkLst>
        </pc:spChg>
        <pc:spChg chg="add del mod">
          <ac:chgData name="Guilherme José Silva" userId="c370a8aecc0df27e" providerId="LiveId" clId="{E1F62C1B-30FF-45E3-9299-C4F555A85BD1}" dt="2025-10-20T01:00:13.590" v="1014" actId="478"/>
          <ac:spMkLst>
            <pc:docMk/>
            <pc:sldMk cId="3773849589" sldId="261"/>
            <ac:spMk id="23" creationId="{7334531E-5759-4F1D-0CD8-78C192D50DB0}"/>
          </ac:spMkLst>
        </pc:spChg>
        <pc:spChg chg="add del mod">
          <ac:chgData name="Guilherme José Silva" userId="c370a8aecc0df27e" providerId="LiveId" clId="{E1F62C1B-30FF-45E3-9299-C4F555A85BD1}" dt="2025-10-20T01:00:15.310" v="1015" actId="478"/>
          <ac:spMkLst>
            <pc:docMk/>
            <pc:sldMk cId="3773849589" sldId="261"/>
            <ac:spMk id="24" creationId="{725BD6DF-F3AA-8AE3-321B-C1E4F5D52734}"/>
          </ac:spMkLst>
        </pc:spChg>
        <pc:spChg chg="add 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25" creationId="{9B6347CF-1042-5EBD-3D5A-FAB842A76582}"/>
          </ac:spMkLst>
        </pc:spChg>
        <pc:spChg chg="add 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27" creationId="{0805B1A8-E32E-B477-5DC5-2F7690ADFD2B}"/>
          </ac:spMkLst>
        </pc:spChg>
        <pc:spChg chg="add mod">
          <ac:chgData name="Guilherme José Silva" userId="c370a8aecc0df27e" providerId="LiveId" clId="{E1F62C1B-30FF-45E3-9299-C4F555A85BD1}" dt="2025-10-20T01:00:05.407" v="1013" actId="1035"/>
          <ac:spMkLst>
            <pc:docMk/>
            <pc:sldMk cId="3773849589" sldId="261"/>
            <ac:spMk id="28" creationId="{C31120EC-BB41-BF91-BD76-3CA64D6422A8}"/>
          </ac:spMkLst>
        </pc:spChg>
        <pc:spChg chg="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29" creationId="{E51295D5-5A87-E593-CD81-5A5CFB46A6FA}"/>
          </ac:spMkLst>
        </pc:spChg>
        <pc:spChg chg="add 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31" creationId="{00EC554D-CC4B-E358-7B20-FB5AB64A1A3F}"/>
          </ac:spMkLst>
        </pc:spChg>
        <pc:spChg chg="add 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32" creationId="{73392944-FAF7-D025-0EE3-8D651B465D0D}"/>
          </ac:spMkLst>
        </pc:spChg>
        <pc:spChg chg="add 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33" creationId="{AE44A4BA-9AAB-7580-712D-C5CC41B52E1F}"/>
          </ac:spMkLst>
        </pc:spChg>
        <pc:spChg chg="add 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35" creationId="{AE7FD5D6-53A2-392D-BFF9-D436ED0A7469}"/>
          </ac:spMkLst>
        </pc:spChg>
        <pc:spChg chg="add mod">
          <ac:chgData name="Guilherme José Silva" userId="c370a8aecc0df27e" providerId="LiveId" clId="{E1F62C1B-30FF-45E3-9299-C4F555A85BD1}" dt="2025-10-20T01:00:23.583" v="1016" actId="1076"/>
          <ac:spMkLst>
            <pc:docMk/>
            <pc:sldMk cId="3773849589" sldId="261"/>
            <ac:spMk id="36" creationId="{952EC202-E9BA-4F63-56B5-13C6571F3655}"/>
          </ac:spMkLst>
        </pc:spChg>
        <pc:picChg chg="mod">
          <ac:chgData name="Guilherme José Silva" userId="c370a8aecc0df27e" providerId="LiveId" clId="{E1F62C1B-30FF-45E3-9299-C4F555A85BD1}" dt="2025-10-20T01:00:23.583" v="1016" actId="1076"/>
          <ac:picMkLst>
            <pc:docMk/>
            <pc:sldMk cId="3773849589" sldId="261"/>
            <ac:picMk id="30" creationId="{8AAB7A10-42B6-1F60-3C54-37D23B0F3029}"/>
          </ac:picMkLst>
        </pc:picChg>
        <pc:picChg chg="mod">
          <ac:chgData name="Guilherme José Silva" userId="c370a8aecc0df27e" providerId="LiveId" clId="{E1F62C1B-30FF-45E3-9299-C4F555A85BD1}" dt="2025-10-20T01:00:23.583" v="1016" actId="1076"/>
          <ac:picMkLst>
            <pc:docMk/>
            <pc:sldMk cId="3773849589" sldId="261"/>
            <ac:picMk id="34" creationId="{5DFC5084-99A3-D25C-AB0A-34E400324C87}"/>
          </ac:picMkLst>
        </pc:picChg>
      </pc:sldChg>
      <pc:sldChg chg="addSp modSp add mod">
        <pc:chgData name="Guilherme José Silva" userId="c370a8aecc0df27e" providerId="LiveId" clId="{E1F62C1B-30FF-45E3-9299-C4F555A85BD1}" dt="2025-10-20T01:01:26.314" v="1018" actId="1076"/>
        <pc:sldMkLst>
          <pc:docMk/>
          <pc:sldMk cId="3047312816" sldId="262"/>
        </pc:sldMkLst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6" creationId="{8935B9F9-9F68-4CF4-6864-F98D1051848D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7" creationId="{7697B069-0707-90A1-269A-A240D46B900A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8" creationId="{ACF3E78C-DC1F-7DCA-546C-1F99B0012D60}"/>
          </ac:spMkLst>
        </pc:spChg>
        <pc:spChg chg="mod">
          <ac:chgData name="Guilherme José Silva" userId="c370a8aecc0df27e" providerId="LiveId" clId="{E1F62C1B-30FF-45E3-9299-C4F555A85BD1}" dt="2025-10-20T00:48:51.127" v="917" actId="108"/>
          <ac:spMkLst>
            <pc:docMk/>
            <pc:sldMk cId="3047312816" sldId="262"/>
            <ac:spMk id="9" creationId="{84585610-3EAD-C8A2-7056-E8CBE18335DC}"/>
          </ac:spMkLst>
        </pc:spChg>
        <pc:spChg chg="mod">
          <ac:chgData name="Guilherme José Silva" userId="c370a8aecc0df27e" providerId="LiveId" clId="{E1F62C1B-30FF-45E3-9299-C4F555A85BD1}" dt="2025-10-20T00:48:44.059" v="915" actId="108"/>
          <ac:spMkLst>
            <pc:docMk/>
            <pc:sldMk cId="3047312816" sldId="262"/>
            <ac:spMk id="13" creationId="{9574C8E6-E1B2-EA01-6621-15FE7953D6CF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15" creationId="{D86F388A-4BE2-15E9-1DF2-9F6A2BFB230A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16" creationId="{53864E69-410D-D680-6AF9-FC183D64797E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21" creationId="{355FB746-F925-6736-06CD-F06C477172AD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23" creationId="{171A8EB1-7B6B-7B2C-4A5E-DD150488B6B4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25" creationId="{D38B54CF-49BF-4B47-5AF1-A901910E30DA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26" creationId="{7C9427F3-327E-6AA4-A7A4-C8B273EEF217}"/>
          </ac:spMkLst>
        </pc:spChg>
        <pc:spChg chg="add mod">
          <ac:chgData name="Guilherme José Silva" userId="c370a8aecc0df27e" providerId="LiveId" clId="{E1F62C1B-30FF-45E3-9299-C4F555A85BD1}" dt="2025-10-20T00:59:30.190" v="1011"/>
          <ac:spMkLst>
            <pc:docMk/>
            <pc:sldMk cId="3047312816" sldId="262"/>
            <ac:spMk id="27" creationId="{6FC4CB83-DA72-7F5B-F42A-2B3F32E33999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28" creationId="{6039D39D-EE71-EC5F-2EF3-4A2F5FC02AF6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29" creationId="{32FFFDDE-3091-C3ED-9C70-B79E5C4DB55A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0" creationId="{415172AA-857D-156A-0D85-3CD2792FF253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1" creationId="{504D1AA4-A4C6-ABA9-7223-BB4B44D9B201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2" creationId="{31F4A02C-3287-91EB-4D34-17E0147AB25C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3" creationId="{D2F2A3E6-965A-3542-6ABC-77B007932B90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4" creationId="{DA4B06A5-6851-95A4-9A6B-C17618555764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5" creationId="{0897D42F-543F-F681-24AC-ADD8388459D1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6" creationId="{E0FB030C-CFE3-A03D-A455-314A94BA645C}"/>
          </ac:spMkLst>
        </pc:spChg>
        <pc:spChg chg="add mod">
          <ac:chgData name="Guilherme José Silva" userId="c370a8aecc0df27e" providerId="LiveId" clId="{E1F62C1B-30FF-45E3-9299-C4F555A85BD1}" dt="2025-10-20T01:01:26.314" v="1018" actId="1076"/>
          <ac:spMkLst>
            <pc:docMk/>
            <pc:sldMk cId="3047312816" sldId="262"/>
            <ac:spMk id="37" creationId="{132BD880-628C-7464-AF60-B5CF841CAFC5}"/>
          </ac:spMkLst>
        </pc:spChg>
      </pc:sldChg>
      <pc:sldChg chg="modSp add del mod">
        <pc:chgData name="Guilherme José Silva" userId="c370a8aecc0df27e" providerId="LiveId" clId="{E1F62C1B-30FF-45E3-9299-C4F555A85BD1}" dt="2025-10-20T00:49:29.676" v="924" actId="47"/>
        <pc:sldMkLst>
          <pc:docMk/>
          <pc:sldMk cId="3234867909" sldId="263"/>
        </pc:sldMkLst>
        <pc:spChg chg="mod">
          <ac:chgData name="Guilherme José Silva" userId="c370a8aecc0df27e" providerId="LiveId" clId="{E1F62C1B-30FF-45E3-9299-C4F555A85BD1}" dt="2025-10-20T00:49:26.221" v="923" actId="108"/>
          <ac:spMkLst>
            <pc:docMk/>
            <pc:sldMk cId="3234867909" sldId="263"/>
            <ac:spMk id="4" creationId="{EA34262A-0B4A-2A1A-D138-916D80E243CB}"/>
          </ac:spMkLst>
        </pc:spChg>
        <pc:spChg chg="mod">
          <ac:chgData name="Guilherme José Silva" userId="c370a8aecc0df27e" providerId="LiveId" clId="{E1F62C1B-30FF-45E3-9299-C4F555A85BD1}" dt="2025-10-20T00:49:06.313" v="919" actId="108"/>
          <ac:spMkLst>
            <pc:docMk/>
            <pc:sldMk cId="3234867909" sldId="263"/>
            <ac:spMk id="5" creationId="{27B5C944-0CD0-C65E-FEF3-60E333B382A9}"/>
          </ac:spMkLst>
        </pc:spChg>
        <pc:spChg chg="mod">
          <ac:chgData name="Guilherme José Silva" userId="c370a8aecc0df27e" providerId="LiveId" clId="{E1F62C1B-30FF-45E3-9299-C4F555A85BD1}" dt="2025-10-20T00:49:06.313" v="919" actId="108"/>
          <ac:spMkLst>
            <pc:docMk/>
            <pc:sldMk cId="3234867909" sldId="263"/>
            <ac:spMk id="9" creationId="{C0DBFCCB-4750-C5F2-BC6D-2E9DCE24C9AC}"/>
          </ac:spMkLst>
        </pc:spChg>
        <pc:spChg chg="mod">
          <ac:chgData name="Guilherme José Silva" userId="c370a8aecc0df27e" providerId="LiveId" clId="{E1F62C1B-30FF-45E3-9299-C4F555A85BD1}" dt="2025-10-20T00:49:06.313" v="919" actId="108"/>
          <ac:spMkLst>
            <pc:docMk/>
            <pc:sldMk cId="3234867909" sldId="263"/>
            <ac:spMk id="10" creationId="{A45A8FFA-7C92-843B-6147-9E891AC50C95}"/>
          </ac:spMkLst>
        </pc:spChg>
        <pc:spChg chg="mod">
          <ac:chgData name="Guilherme José Silva" userId="c370a8aecc0df27e" providerId="LiveId" clId="{E1F62C1B-30FF-45E3-9299-C4F555A85BD1}" dt="2025-10-20T00:49:06.313" v="919" actId="108"/>
          <ac:spMkLst>
            <pc:docMk/>
            <pc:sldMk cId="3234867909" sldId="263"/>
            <ac:spMk id="11" creationId="{DE8132AF-DE3A-0602-1433-F4F0A9E120B5}"/>
          </ac:spMkLst>
        </pc:spChg>
        <pc:spChg chg="mod">
          <ac:chgData name="Guilherme José Silva" userId="c370a8aecc0df27e" providerId="LiveId" clId="{E1F62C1B-30FF-45E3-9299-C4F555A85BD1}" dt="2025-10-20T00:49:06.313" v="919" actId="108"/>
          <ac:spMkLst>
            <pc:docMk/>
            <pc:sldMk cId="3234867909" sldId="263"/>
            <ac:spMk id="12" creationId="{B23D6753-5968-19E1-60C0-2F228916D3BD}"/>
          </ac:spMkLst>
        </pc:spChg>
        <pc:spChg chg="mod">
          <ac:chgData name="Guilherme José Silva" userId="c370a8aecc0df27e" providerId="LiveId" clId="{E1F62C1B-30FF-45E3-9299-C4F555A85BD1}" dt="2025-10-20T00:49:06.313" v="919" actId="108"/>
          <ac:spMkLst>
            <pc:docMk/>
            <pc:sldMk cId="3234867909" sldId="263"/>
            <ac:spMk id="13" creationId="{6D99436C-A587-0615-65B1-E9AF77D50D4F}"/>
          </ac:spMkLst>
        </pc:spChg>
      </pc:sldChg>
      <pc:sldChg chg="addSp delSp modSp add mod">
        <pc:chgData name="Guilherme José Silva" userId="c370a8aecc0df27e" providerId="LiveId" clId="{E1F62C1B-30FF-45E3-9299-C4F555A85BD1}" dt="2025-10-20T00:52:36.007" v="977" actId="108"/>
        <pc:sldMkLst>
          <pc:docMk/>
          <pc:sldMk cId="432415375" sldId="264"/>
        </pc:sldMkLst>
        <pc:spChg chg="del mod ord topLvl">
          <ac:chgData name="Guilherme José Silva" userId="c370a8aecc0df27e" providerId="LiveId" clId="{E1F62C1B-30FF-45E3-9299-C4F555A85BD1}" dt="2025-10-20T00:50:35.912" v="933" actId="478"/>
          <ac:spMkLst>
            <pc:docMk/>
            <pc:sldMk cId="432415375" sldId="264"/>
            <ac:spMk id="4" creationId="{F6078792-2315-2ED0-8C4B-7EC14AD13D7A}"/>
          </ac:spMkLst>
        </pc:spChg>
        <pc:spChg chg="mod ord topLvl">
          <ac:chgData name="Guilherme José Silva" userId="c370a8aecc0df27e" providerId="LiveId" clId="{E1F62C1B-30FF-45E3-9299-C4F555A85BD1}" dt="2025-10-20T00:51:09.322" v="939" actId="165"/>
          <ac:spMkLst>
            <pc:docMk/>
            <pc:sldMk cId="432415375" sldId="264"/>
            <ac:spMk id="5" creationId="{31F5CA41-F381-3627-F93D-24C2F75ED6CF}"/>
          </ac:spMkLst>
        </pc:spChg>
        <pc:spChg chg="add del mod">
          <ac:chgData name="Guilherme José Silva" userId="c370a8aecc0df27e" providerId="LiveId" clId="{E1F62C1B-30FF-45E3-9299-C4F555A85BD1}" dt="2025-10-20T00:51:04.008" v="938" actId="478"/>
          <ac:spMkLst>
            <pc:docMk/>
            <pc:sldMk cId="432415375" sldId="264"/>
            <ac:spMk id="6" creationId="{155D40A5-2CD5-8172-BCA9-015596B091E6}"/>
          </ac:spMkLst>
        </pc:spChg>
        <pc:spChg chg="add mod">
          <ac:chgData name="Guilherme José Silva" userId="c370a8aecc0df27e" providerId="LiveId" clId="{E1F62C1B-30FF-45E3-9299-C4F555A85BD1}" dt="2025-10-20T00:51:45.021" v="972" actId="20577"/>
          <ac:spMkLst>
            <pc:docMk/>
            <pc:sldMk cId="432415375" sldId="264"/>
            <ac:spMk id="7" creationId="{28BA4A1A-A7B5-261C-BB0A-19333AEF7F45}"/>
          </ac:spMkLst>
        </pc:spChg>
        <pc:spChg chg="mod topLvl">
          <ac:chgData name="Guilherme José Silva" userId="c370a8aecc0df27e" providerId="LiveId" clId="{E1F62C1B-30FF-45E3-9299-C4F555A85BD1}" dt="2025-10-20T00:52:36.007" v="977" actId="108"/>
          <ac:spMkLst>
            <pc:docMk/>
            <pc:sldMk cId="432415375" sldId="264"/>
            <ac:spMk id="9" creationId="{76AD95B6-241B-0FD6-0F76-5D290FF4E64F}"/>
          </ac:spMkLst>
        </pc:spChg>
        <pc:spChg chg="mod topLvl">
          <ac:chgData name="Guilherme José Silva" userId="c370a8aecc0df27e" providerId="LiveId" clId="{E1F62C1B-30FF-45E3-9299-C4F555A85BD1}" dt="2025-10-20T00:51:09.322" v="939" actId="165"/>
          <ac:spMkLst>
            <pc:docMk/>
            <pc:sldMk cId="432415375" sldId="264"/>
            <ac:spMk id="10" creationId="{A88C4AF6-2D33-D776-DEF7-9EA1B8082769}"/>
          </ac:spMkLst>
        </pc:spChg>
        <pc:spChg chg="mod topLvl">
          <ac:chgData name="Guilherme José Silva" userId="c370a8aecc0df27e" providerId="LiveId" clId="{E1F62C1B-30FF-45E3-9299-C4F555A85BD1}" dt="2025-10-20T00:51:09.322" v="939" actId="165"/>
          <ac:spMkLst>
            <pc:docMk/>
            <pc:sldMk cId="432415375" sldId="264"/>
            <ac:spMk id="11" creationId="{B1453E64-402E-97C7-B016-9A3FD9325938}"/>
          </ac:spMkLst>
        </pc:spChg>
        <pc:spChg chg="mod topLvl">
          <ac:chgData name="Guilherme José Silva" userId="c370a8aecc0df27e" providerId="LiveId" clId="{E1F62C1B-30FF-45E3-9299-C4F555A85BD1}" dt="2025-10-20T00:51:09.322" v="939" actId="165"/>
          <ac:spMkLst>
            <pc:docMk/>
            <pc:sldMk cId="432415375" sldId="264"/>
            <ac:spMk id="12" creationId="{AAE709E8-39FA-B034-8BC0-3306101A75AC}"/>
          </ac:spMkLst>
        </pc:spChg>
        <pc:spChg chg="mod topLvl">
          <ac:chgData name="Guilherme José Silva" userId="c370a8aecc0df27e" providerId="LiveId" clId="{E1F62C1B-30FF-45E3-9299-C4F555A85BD1}" dt="2025-10-20T00:51:09.322" v="939" actId="165"/>
          <ac:spMkLst>
            <pc:docMk/>
            <pc:sldMk cId="432415375" sldId="264"/>
            <ac:spMk id="13" creationId="{69302FB3-A41B-CF71-A2D4-732C5A220748}"/>
          </ac:spMkLst>
        </pc:spChg>
        <pc:grpChg chg="del">
          <ac:chgData name="Guilherme José Silva" userId="c370a8aecc0df27e" providerId="LiveId" clId="{E1F62C1B-30FF-45E3-9299-C4F555A85BD1}" dt="2025-10-20T00:50:35.912" v="933" actId="478"/>
          <ac:grpSpMkLst>
            <pc:docMk/>
            <pc:sldMk cId="432415375" sldId="264"/>
            <ac:grpSpMk id="2" creationId="{3D245875-4CF9-681F-5051-CD967C8986F8}"/>
          </ac:grpSpMkLst>
        </pc:grpChg>
        <pc:grpChg chg="del topLvl">
          <ac:chgData name="Guilherme José Silva" userId="c370a8aecc0df27e" providerId="LiveId" clId="{E1F62C1B-30FF-45E3-9299-C4F555A85BD1}" dt="2025-10-20T00:51:09.322" v="939" actId="165"/>
          <ac:grpSpMkLst>
            <pc:docMk/>
            <pc:sldMk cId="432415375" sldId="264"/>
            <ac:grpSpMk id="3" creationId="{AD741E44-3256-24B9-799F-21374469642B}"/>
          </ac:grpSpMkLst>
        </pc:grpChg>
      </pc:sldChg>
      <pc:sldChg chg="addSp delSp modSp add mod ord">
        <pc:chgData name="Guilherme José Silva" userId="c370a8aecc0df27e" providerId="LiveId" clId="{E1F62C1B-30FF-45E3-9299-C4F555A85BD1}" dt="2025-10-20T00:56:52.654" v="1005" actId="1036"/>
        <pc:sldMkLst>
          <pc:docMk/>
          <pc:sldMk cId="781093348" sldId="265"/>
        </pc:sldMkLst>
        <pc:spChg chg="add mod">
          <ac:chgData name="Guilherme José Silva" userId="c370a8aecc0df27e" providerId="LiveId" clId="{E1F62C1B-30FF-45E3-9299-C4F555A85BD1}" dt="2025-10-20T00:54:26.818" v="988"/>
          <ac:spMkLst>
            <pc:docMk/>
            <pc:sldMk cId="781093348" sldId="265"/>
            <ac:spMk id="6" creationId="{D4A3BA72-DAE6-C5B6-5B8F-119447C023D3}"/>
          </ac:spMkLst>
        </pc:spChg>
        <pc:spChg chg="add mod">
          <ac:chgData name="Guilherme José Silva" userId="c370a8aecc0df27e" providerId="LiveId" clId="{E1F62C1B-30FF-45E3-9299-C4F555A85BD1}" dt="2025-10-20T00:54:26.818" v="988"/>
          <ac:spMkLst>
            <pc:docMk/>
            <pc:sldMk cId="781093348" sldId="265"/>
            <ac:spMk id="7" creationId="{0F57052A-78F6-C7F2-4771-54A08057A982}"/>
          </ac:spMkLst>
        </pc:spChg>
        <pc:spChg chg="add mod">
          <ac:chgData name="Guilherme José Silva" userId="c370a8aecc0df27e" providerId="LiveId" clId="{E1F62C1B-30FF-45E3-9299-C4F555A85BD1}" dt="2025-10-20T00:54:42.315" v="989"/>
          <ac:spMkLst>
            <pc:docMk/>
            <pc:sldMk cId="781093348" sldId="265"/>
            <ac:spMk id="8" creationId="{7FA3CD31-68C8-DF71-D1DE-6AF1708CF39C}"/>
          </ac:spMkLst>
        </pc:spChg>
        <pc:spChg chg="mod">
          <ac:chgData name="Guilherme José Silva" userId="c370a8aecc0df27e" providerId="LiveId" clId="{E1F62C1B-30FF-45E3-9299-C4F555A85BD1}" dt="2025-10-20T00:53:17.762" v="984" actId="108"/>
          <ac:spMkLst>
            <pc:docMk/>
            <pc:sldMk cId="781093348" sldId="265"/>
            <ac:spMk id="9" creationId="{C266DCD4-12A6-D970-46B0-F99A162E7549}"/>
          </ac:spMkLst>
        </pc:spChg>
        <pc:spChg chg="mod">
          <ac:chgData name="Guilherme José Silva" userId="c370a8aecc0df27e" providerId="LiveId" clId="{E1F62C1B-30FF-45E3-9299-C4F555A85BD1}" dt="2025-10-20T00:53:21.600" v="985" actId="108"/>
          <ac:spMkLst>
            <pc:docMk/>
            <pc:sldMk cId="781093348" sldId="265"/>
            <ac:spMk id="10" creationId="{3F29CE14-EC5F-3AD5-D24B-D4F963548B86}"/>
          </ac:spMkLst>
        </pc:spChg>
        <pc:spChg chg="add mod">
          <ac:chgData name="Guilherme José Silva" userId="c370a8aecc0df27e" providerId="LiveId" clId="{E1F62C1B-30FF-45E3-9299-C4F555A85BD1}" dt="2025-10-20T00:54:49.682" v="990"/>
          <ac:spMkLst>
            <pc:docMk/>
            <pc:sldMk cId="781093348" sldId="265"/>
            <ac:spMk id="14" creationId="{1FE0190D-E6B4-4089-FF46-94FD326B1E19}"/>
          </ac:spMkLst>
        </pc:spChg>
        <pc:spChg chg="add del mod">
          <ac:chgData name="Guilherme José Silva" userId="c370a8aecc0df27e" providerId="LiveId" clId="{E1F62C1B-30FF-45E3-9299-C4F555A85BD1}" dt="2025-10-20T00:55:16.962" v="992" actId="478"/>
          <ac:spMkLst>
            <pc:docMk/>
            <pc:sldMk cId="781093348" sldId="265"/>
            <ac:spMk id="15" creationId="{07042374-5B9F-66E9-4A8D-D3242987B7C6}"/>
          </ac:spMkLst>
        </pc:spChg>
        <pc:spChg chg="add del mod">
          <ac:chgData name="Guilherme José Silva" userId="c370a8aecc0df27e" providerId="LiveId" clId="{E1F62C1B-30FF-45E3-9299-C4F555A85BD1}" dt="2025-10-20T00:55:16.962" v="992" actId="478"/>
          <ac:spMkLst>
            <pc:docMk/>
            <pc:sldMk cId="781093348" sldId="265"/>
            <ac:spMk id="16" creationId="{35240BF8-97E6-0584-CA4A-4E3BB3E7BB64}"/>
          </ac:spMkLst>
        </pc:spChg>
        <pc:spChg chg="add del mod">
          <ac:chgData name="Guilherme José Silva" userId="c370a8aecc0df27e" providerId="LiveId" clId="{E1F62C1B-30FF-45E3-9299-C4F555A85BD1}" dt="2025-10-20T00:55:16.962" v="992" actId="478"/>
          <ac:spMkLst>
            <pc:docMk/>
            <pc:sldMk cId="781093348" sldId="265"/>
            <ac:spMk id="17" creationId="{0FCC04C4-E7F4-3F5E-9301-0641E60172A1}"/>
          </ac:spMkLst>
        </pc:spChg>
        <pc:spChg chg="add del mod">
          <ac:chgData name="Guilherme José Silva" userId="c370a8aecc0df27e" providerId="LiveId" clId="{E1F62C1B-30FF-45E3-9299-C4F555A85BD1}" dt="2025-10-20T00:55:16.962" v="992" actId="478"/>
          <ac:spMkLst>
            <pc:docMk/>
            <pc:sldMk cId="781093348" sldId="265"/>
            <ac:spMk id="18" creationId="{993806C3-E454-1738-7CAC-E0F5FC7ADDB4}"/>
          </ac:spMkLst>
        </pc:spChg>
        <pc:spChg chg="add mod">
          <ac:chgData name="Guilherme José Silva" userId="c370a8aecc0df27e" providerId="LiveId" clId="{E1F62C1B-30FF-45E3-9299-C4F555A85BD1}" dt="2025-10-20T00:55:17.599" v="993"/>
          <ac:spMkLst>
            <pc:docMk/>
            <pc:sldMk cId="781093348" sldId="265"/>
            <ac:spMk id="19" creationId="{7468C7D0-1B9B-BE2D-97F8-34800A685A69}"/>
          </ac:spMkLst>
        </pc:spChg>
        <pc:spChg chg="mod">
          <ac:chgData name="Guilherme José Silva" userId="c370a8aecc0df27e" providerId="LiveId" clId="{E1F62C1B-30FF-45E3-9299-C4F555A85BD1}" dt="2025-10-20T00:55:23.808" v="994"/>
          <ac:spMkLst>
            <pc:docMk/>
            <pc:sldMk cId="781093348" sldId="265"/>
            <ac:spMk id="21" creationId="{34A8FCBB-FB85-4D37-71C5-FE4C1144A95C}"/>
          </ac:spMkLst>
        </pc:spChg>
        <pc:spChg chg="mod">
          <ac:chgData name="Guilherme José Silva" userId="c370a8aecc0df27e" providerId="LiveId" clId="{E1F62C1B-30FF-45E3-9299-C4F555A85BD1}" dt="2025-10-20T00:55:23.808" v="994"/>
          <ac:spMkLst>
            <pc:docMk/>
            <pc:sldMk cId="781093348" sldId="265"/>
            <ac:spMk id="22" creationId="{81BB6B94-B0E3-E3E4-12BF-130604A3D35E}"/>
          </ac:spMkLst>
        </pc:spChg>
        <pc:spChg chg="mod">
          <ac:chgData name="Guilherme José Silva" userId="c370a8aecc0df27e" providerId="LiveId" clId="{E1F62C1B-30FF-45E3-9299-C4F555A85BD1}" dt="2025-10-20T00:55:23.808" v="994"/>
          <ac:spMkLst>
            <pc:docMk/>
            <pc:sldMk cId="781093348" sldId="265"/>
            <ac:spMk id="24" creationId="{2C44DDEB-1EA4-4E4C-E7D2-04DDF07F976A}"/>
          </ac:spMkLst>
        </pc:spChg>
        <pc:spChg chg="mod">
          <ac:chgData name="Guilherme José Silva" userId="c370a8aecc0df27e" providerId="LiveId" clId="{E1F62C1B-30FF-45E3-9299-C4F555A85BD1}" dt="2025-10-20T00:55:23.808" v="994"/>
          <ac:spMkLst>
            <pc:docMk/>
            <pc:sldMk cId="781093348" sldId="265"/>
            <ac:spMk id="25" creationId="{53FAAE96-979E-45DC-3C98-2673DB58EE54}"/>
          </ac:spMkLst>
        </pc:spChg>
        <pc:spChg chg="mod">
          <ac:chgData name="Guilherme José Silva" userId="c370a8aecc0df27e" providerId="LiveId" clId="{E1F62C1B-30FF-45E3-9299-C4F555A85BD1}" dt="2025-10-20T00:56:41.335" v="1001"/>
          <ac:spMkLst>
            <pc:docMk/>
            <pc:sldMk cId="781093348" sldId="265"/>
            <ac:spMk id="27" creationId="{2E7C744C-92DB-94DC-6610-B09DA73326B2}"/>
          </ac:spMkLst>
        </pc:spChg>
        <pc:spChg chg="mod">
          <ac:chgData name="Guilherme José Silva" userId="c370a8aecc0df27e" providerId="LiveId" clId="{E1F62C1B-30FF-45E3-9299-C4F555A85BD1}" dt="2025-10-20T00:56:41.335" v="1001"/>
          <ac:spMkLst>
            <pc:docMk/>
            <pc:sldMk cId="781093348" sldId="265"/>
            <ac:spMk id="28" creationId="{19ED09B4-E52E-BDC6-56A8-BC9F2A853371}"/>
          </ac:spMkLst>
        </pc:spChg>
        <pc:spChg chg="mod">
          <ac:chgData name="Guilherme José Silva" userId="c370a8aecc0df27e" providerId="LiveId" clId="{E1F62C1B-30FF-45E3-9299-C4F555A85BD1}" dt="2025-10-20T00:56:41.335" v="1001"/>
          <ac:spMkLst>
            <pc:docMk/>
            <pc:sldMk cId="781093348" sldId="265"/>
            <ac:spMk id="30" creationId="{0D6D3AC5-6D46-ED37-B606-6EA243BE3A2B}"/>
          </ac:spMkLst>
        </pc:spChg>
        <pc:spChg chg="mod">
          <ac:chgData name="Guilherme José Silva" userId="c370a8aecc0df27e" providerId="LiveId" clId="{E1F62C1B-30FF-45E3-9299-C4F555A85BD1}" dt="2025-10-20T00:56:41.335" v="1001"/>
          <ac:spMkLst>
            <pc:docMk/>
            <pc:sldMk cId="781093348" sldId="265"/>
            <ac:spMk id="31" creationId="{D0300610-E1FD-EF1E-B344-D443A14E8C8C}"/>
          </ac:spMkLst>
        </pc:spChg>
        <pc:spChg chg="mod">
          <ac:chgData name="Guilherme José Silva" userId="c370a8aecc0df27e" providerId="LiveId" clId="{E1F62C1B-30FF-45E3-9299-C4F555A85BD1}" dt="2025-10-20T00:56:50.201" v="1002"/>
          <ac:spMkLst>
            <pc:docMk/>
            <pc:sldMk cId="781093348" sldId="265"/>
            <ac:spMk id="33" creationId="{68727FE5-2EE7-1DD2-23FC-75AB2D6BB71E}"/>
          </ac:spMkLst>
        </pc:spChg>
        <pc:spChg chg="mod">
          <ac:chgData name="Guilherme José Silva" userId="c370a8aecc0df27e" providerId="LiveId" clId="{E1F62C1B-30FF-45E3-9299-C4F555A85BD1}" dt="2025-10-20T00:56:50.201" v="1002"/>
          <ac:spMkLst>
            <pc:docMk/>
            <pc:sldMk cId="781093348" sldId="265"/>
            <ac:spMk id="34" creationId="{1CF0414D-A658-80AC-613A-FC1BD9D8CD8B}"/>
          </ac:spMkLst>
        </pc:spChg>
        <pc:spChg chg="mod">
          <ac:chgData name="Guilherme José Silva" userId="c370a8aecc0df27e" providerId="LiveId" clId="{E1F62C1B-30FF-45E3-9299-C4F555A85BD1}" dt="2025-10-20T00:56:50.201" v="1002"/>
          <ac:spMkLst>
            <pc:docMk/>
            <pc:sldMk cId="781093348" sldId="265"/>
            <ac:spMk id="36" creationId="{B256020A-AD77-AD24-D7AD-1602891A3B58}"/>
          </ac:spMkLst>
        </pc:spChg>
        <pc:spChg chg="mod">
          <ac:chgData name="Guilherme José Silva" userId="c370a8aecc0df27e" providerId="LiveId" clId="{E1F62C1B-30FF-45E3-9299-C4F555A85BD1}" dt="2025-10-20T00:56:50.201" v="1002"/>
          <ac:spMkLst>
            <pc:docMk/>
            <pc:sldMk cId="781093348" sldId="265"/>
            <ac:spMk id="37" creationId="{E118660C-5EB0-8EFA-CBDD-84006AC0BB43}"/>
          </ac:spMkLst>
        </pc:spChg>
        <pc:grpChg chg="add mod">
          <ac:chgData name="Guilherme José Silva" userId="c370a8aecc0df27e" providerId="LiveId" clId="{E1F62C1B-30FF-45E3-9299-C4F555A85BD1}" dt="2025-10-20T00:55:38.900" v="1000" actId="14100"/>
          <ac:grpSpMkLst>
            <pc:docMk/>
            <pc:sldMk cId="781093348" sldId="265"/>
            <ac:grpSpMk id="20" creationId="{AC96F108-59D9-FE5E-0E09-C7946D3F35CF}"/>
          </ac:grpSpMkLst>
        </pc:grpChg>
        <pc:grpChg chg="add mod">
          <ac:chgData name="Guilherme José Silva" userId="c370a8aecc0df27e" providerId="LiveId" clId="{E1F62C1B-30FF-45E3-9299-C4F555A85BD1}" dt="2025-10-20T00:56:41.335" v="1001"/>
          <ac:grpSpMkLst>
            <pc:docMk/>
            <pc:sldMk cId="781093348" sldId="265"/>
            <ac:grpSpMk id="26" creationId="{AE100F3E-55F2-006C-06EA-69EEAFB434C7}"/>
          </ac:grpSpMkLst>
        </pc:grpChg>
        <pc:grpChg chg="add mod">
          <ac:chgData name="Guilherme José Silva" userId="c370a8aecc0df27e" providerId="LiveId" clId="{E1F62C1B-30FF-45E3-9299-C4F555A85BD1}" dt="2025-10-20T00:56:52.654" v="1005" actId="1036"/>
          <ac:grpSpMkLst>
            <pc:docMk/>
            <pc:sldMk cId="781093348" sldId="265"/>
            <ac:grpSpMk id="32" creationId="{FDC29141-CE21-A394-A603-B770B0E390DA}"/>
          </ac:grpSpMkLst>
        </pc:grpChg>
        <pc:picChg chg="mod">
          <ac:chgData name="Guilherme José Silva" userId="c370a8aecc0df27e" providerId="LiveId" clId="{E1F62C1B-30FF-45E3-9299-C4F555A85BD1}" dt="2025-10-20T00:55:23.808" v="994"/>
          <ac:picMkLst>
            <pc:docMk/>
            <pc:sldMk cId="781093348" sldId="265"/>
            <ac:picMk id="23" creationId="{4A332D81-FDB6-D0BF-7A70-4B809B2B0568}"/>
          </ac:picMkLst>
        </pc:picChg>
        <pc:picChg chg="mod">
          <ac:chgData name="Guilherme José Silva" userId="c370a8aecc0df27e" providerId="LiveId" clId="{E1F62C1B-30FF-45E3-9299-C4F555A85BD1}" dt="2025-10-20T00:56:41.335" v="1001"/>
          <ac:picMkLst>
            <pc:docMk/>
            <pc:sldMk cId="781093348" sldId="265"/>
            <ac:picMk id="29" creationId="{5D716675-C36C-48F7-2100-119CB6B2294C}"/>
          </ac:picMkLst>
        </pc:picChg>
        <pc:picChg chg="mod">
          <ac:chgData name="Guilherme José Silva" userId="c370a8aecc0df27e" providerId="LiveId" clId="{E1F62C1B-30FF-45E3-9299-C4F555A85BD1}" dt="2025-10-20T00:56:50.201" v="1002"/>
          <ac:picMkLst>
            <pc:docMk/>
            <pc:sldMk cId="781093348" sldId="265"/>
            <ac:picMk id="35" creationId="{0864A08E-A17D-274C-0521-9C8326EC47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611B2-D3FC-46F1-99B4-DFC1C0B23F21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475D8-5B11-4760-907C-906EDA155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35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D0B03-77B9-F5DE-D32A-82E2669CA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49871-7ECE-60EE-B5B4-31E87830E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4399D-F977-A92B-B0D6-4F72CFA3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62A928-76B4-5396-5ECA-021AF2B16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24AEE6-B42D-97AF-0791-6693F2EA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46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0B831-7452-2108-E759-6D3112C6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387FA4-1387-80F3-BB3B-9E86113A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38431D-73A7-92AA-429F-80D44DE4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CA87A2-D24F-A45C-EDBD-39E12D17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E77F7-F405-F590-C6B2-E3FA8805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93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9C392-7F2C-173A-229E-358B5D2BC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B9ED37-6D53-29FF-0FAD-DC2A4A260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414CB-ED35-2AB7-C0B7-67D6C789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BD11D8-F30C-CAFF-8436-4E7A240F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D04067-7DED-29E6-2CAF-AD4CB117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169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069A7-3ABD-7A5D-15BE-C002A81B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368790-6C7A-20BE-46A1-B91CD0353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52923B-FDCE-59BD-9A43-C98CEB625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E3DB40-0CCC-BFE1-33F0-EFD33C40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9116C2-696E-CDF8-E862-9AD34991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271F13-EFFB-B991-8FB9-134F34B9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78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1249D-5ADB-4E7A-F193-2C027F48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00C660-9E23-0EF3-043D-F3B9B4078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7D347C-7C18-6FEE-7297-43543F29A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0841E5-764F-F869-A4BC-78C402554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25D62B-E986-8052-2F81-1564B19C0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9E9058-EBEA-45B6-B637-5DE300D47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4E5D15E-D8A6-27D7-A801-A098F7C7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78B5D0-AF26-EC8A-E67C-197969CA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665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6F5A7-5CA3-D24F-7D5F-D06E794B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7E6D34-3704-1837-E248-97BD00D0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496437-F096-A4C4-327C-C7795137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A1A0C4-4BA7-4A60-71FE-A84B7D26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14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0996FA-FF6D-9FA6-F4BA-E6AF7BEF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B5876A-31C0-2B5A-D521-2B984D71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5A6E26-4D18-0ACE-099A-3AF53634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30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4D3E6-76C9-5D90-BB23-E2E54DF8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A73318-B3CE-4418-AD2B-A1EF4AD34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92E4FC-2180-F6D2-0737-9FF452E71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EC3D16-8DE4-59F7-0295-288023B9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6976CB-CA3A-5EEF-7269-F0AAF623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3F7AC9-9480-DFA2-E977-8F46E02B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E732B-CFE5-D17F-8EF2-8D45834D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2A374F-11A4-946D-D802-895B8B89B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5F7443-B998-E128-E79D-DD0DD55C8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452544-B55D-FFBE-D69F-0C2B39B9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885EBF-1CB8-AF6C-8DC0-3AB0DFBA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0493A5-264B-EB99-1429-5C26C017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21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3A4EB-2A7B-9CE2-0EED-284459B1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2BA935-729C-48E4-7C6B-898C742B5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FB06DB-BE75-B16A-1523-F0C41AC2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84FBD1-A675-971C-8EDB-C4F997E5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7C4D0E-C4FF-6852-0802-7652A850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81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13D62C-AE24-4932-B0AE-F8CBEB6FE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CAA96E-EBAE-1241-729C-999DC5F9A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F2F44A-A4B6-8EA8-8C4E-97C7A2BA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2387D-F9BB-FE21-8EE6-0D67CCFC0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5EE876-81D7-75C9-219E-E3A36BEF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82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1C6B8D-3BCE-7F8E-254F-9B01F555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DE76E9-A811-F4E0-FED4-1226CB811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5A0C16-332E-8473-D841-23C50B0E6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93ECD-FE4A-46AC-837E-A77F019366D7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8E9DA6-882B-C9CE-D6DD-EE691DDE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DE7709-B098-367D-A2DA-E3B4C9E6C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09FDF-F732-401A-8876-7D86E1EF29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05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56C6547-BED6-132D-65CF-B2D882A9AB67}"/>
              </a:ext>
            </a:extLst>
          </p:cNvPr>
          <p:cNvSpPr/>
          <p:nvPr/>
        </p:nvSpPr>
        <p:spPr>
          <a:xfrm>
            <a:off x="488990" y="1875711"/>
            <a:ext cx="10207363" cy="759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5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Categorizador</a:t>
            </a:r>
            <a:r>
              <a:rPr lang="en-US" sz="4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 </a:t>
            </a:r>
            <a:r>
              <a:rPr lang="en-US" sz="45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transcrições</a:t>
            </a:r>
            <a:r>
              <a:rPr lang="en-US" sz="4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45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atendimento</a:t>
            </a:r>
            <a:r>
              <a:rPr lang="en-US" sz="4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815C1E6-57A0-4527-F51A-E22BF87865B1}"/>
              </a:ext>
            </a:extLst>
          </p:cNvPr>
          <p:cNvSpPr/>
          <p:nvPr/>
        </p:nvSpPr>
        <p:spPr>
          <a:xfrm>
            <a:off x="488990" y="3049677"/>
            <a:ext cx="9930916" cy="1112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Classificação, Resumo e Análise de Sentimentos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A85465E-BA6C-1500-5B38-E01C6924E1FB}"/>
              </a:ext>
            </a:extLst>
          </p:cNvPr>
          <p:cNvSpPr/>
          <p:nvPr/>
        </p:nvSpPr>
        <p:spPr>
          <a:xfrm>
            <a:off x="488990" y="4576210"/>
            <a:ext cx="8973986" cy="44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 err="1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Desoneração</a:t>
            </a:r>
            <a:r>
              <a:rPr lang="en-US" sz="2000" dirty="0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operacional</a:t>
            </a:r>
            <a:r>
              <a:rPr lang="en-US" sz="2000" dirty="0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commercial </a:t>
            </a:r>
            <a:r>
              <a:rPr lang="en-US" sz="2000" dirty="0" err="1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atraves</a:t>
            </a:r>
            <a:r>
              <a:rPr lang="en-US" sz="2000" dirty="0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aplicação</a:t>
            </a:r>
            <a:r>
              <a:rPr lang="en-US" sz="2000" dirty="0">
                <a:solidFill>
                  <a:srgbClr val="EBEC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IA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56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8B290-BA24-C4B2-846C-1DFE9847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CC581F85-C9B0-9C0C-A383-A25E33E0859A}"/>
              </a:ext>
            </a:extLst>
          </p:cNvPr>
          <p:cNvGrpSpPr/>
          <p:nvPr/>
        </p:nvGrpSpPr>
        <p:grpSpPr>
          <a:xfrm>
            <a:off x="198074" y="89150"/>
            <a:ext cx="11880000" cy="1442917"/>
            <a:chOff x="198074" y="89150"/>
            <a:chExt cx="11880000" cy="1442917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01FE9D22-CBFE-BF90-05B6-A8F0B80956A5}"/>
                </a:ext>
              </a:extLst>
            </p:cNvPr>
            <p:cNvGrpSpPr/>
            <p:nvPr/>
          </p:nvGrpSpPr>
          <p:grpSpPr>
            <a:xfrm>
              <a:off x="198074" y="92067"/>
              <a:ext cx="11880000" cy="1440000"/>
              <a:chOff x="-1136849" y="4191626"/>
              <a:chExt cx="14125257" cy="1739900"/>
            </a:xfrm>
            <a:solidFill>
              <a:srgbClr val="283157"/>
            </a:solidFill>
          </p:grpSpPr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803D9500-E210-6506-5DB9-406BF38390AF}"/>
                  </a:ext>
                </a:extLst>
              </p:cNvPr>
              <p:cNvSpPr/>
              <p:nvPr/>
            </p:nvSpPr>
            <p:spPr>
              <a:xfrm>
                <a:off x="-1136849" y="4937271"/>
                <a:ext cx="14125257" cy="130492"/>
              </a:xfrm>
              <a:prstGeom prst="roundRect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9" name="Fluxograma: Conector 8">
                <a:extLst>
                  <a:ext uri="{FF2B5EF4-FFF2-40B4-BE49-F238E27FC236}">
                    <a16:creationId xmlns:a16="http://schemas.microsoft.com/office/drawing/2014/main" id="{C266DCD4-12A6-D970-46B0-F99A162E7549}"/>
                  </a:ext>
                </a:extLst>
              </p:cNvPr>
              <p:cNvSpPr/>
              <p:nvPr/>
            </p:nvSpPr>
            <p:spPr>
              <a:xfrm>
                <a:off x="-762398" y="4191626"/>
                <a:ext cx="1816100" cy="1739900"/>
              </a:xfrm>
              <a:prstGeom prst="flowChartConnector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chemeClr val="bg1"/>
                    </a:solidFill>
                  </a:rPr>
                  <a:t>Dor do negocio</a:t>
                </a:r>
              </a:p>
            </p:txBody>
          </p:sp>
          <p:sp>
            <p:nvSpPr>
              <p:cNvPr id="10" name="Fluxograma: Conector 9">
                <a:extLst>
                  <a:ext uri="{FF2B5EF4-FFF2-40B4-BE49-F238E27FC236}">
                    <a16:creationId xmlns:a16="http://schemas.microsoft.com/office/drawing/2014/main" id="{3F29CE14-EC5F-3AD5-D24B-D4F963548B86}"/>
                  </a:ext>
                </a:extLst>
              </p:cNvPr>
              <p:cNvSpPr/>
              <p:nvPr/>
            </p:nvSpPr>
            <p:spPr>
              <a:xfrm>
                <a:off x="1560204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Solução Proposta</a:t>
                </a:r>
              </a:p>
            </p:txBody>
          </p:sp>
          <p:sp>
            <p:nvSpPr>
              <p:cNvPr id="11" name="Fluxograma: Conector 10">
                <a:extLst>
                  <a:ext uri="{FF2B5EF4-FFF2-40B4-BE49-F238E27FC236}">
                    <a16:creationId xmlns:a16="http://schemas.microsoft.com/office/drawing/2014/main" id="{BC398FCE-C645-2467-7BE1-E1CD0B24A149}"/>
                  </a:ext>
                </a:extLst>
              </p:cNvPr>
              <p:cNvSpPr/>
              <p:nvPr/>
            </p:nvSpPr>
            <p:spPr>
              <a:xfrm>
                <a:off x="3882805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Etapas</a:t>
                </a:r>
              </a:p>
            </p:txBody>
          </p:sp>
          <p:sp>
            <p:nvSpPr>
              <p:cNvPr id="12" name="Fluxograma: Conector 11">
                <a:extLst>
                  <a:ext uri="{FF2B5EF4-FFF2-40B4-BE49-F238E27FC236}">
                    <a16:creationId xmlns:a16="http://schemas.microsoft.com/office/drawing/2014/main" id="{EA550F95-703A-9980-4AE9-D6CEA842F474}"/>
                  </a:ext>
                </a:extLst>
              </p:cNvPr>
              <p:cNvSpPr/>
              <p:nvPr/>
            </p:nvSpPr>
            <p:spPr>
              <a:xfrm>
                <a:off x="6205406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Métricas</a:t>
                </a:r>
              </a:p>
            </p:txBody>
          </p:sp>
          <p:sp>
            <p:nvSpPr>
              <p:cNvPr id="13" name="Fluxograma: Conector 12">
                <a:extLst>
                  <a:ext uri="{FF2B5EF4-FFF2-40B4-BE49-F238E27FC236}">
                    <a16:creationId xmlns:a16="http://schemas.microsoft.com/office/drawing/2014/main" id="{1EDDF085-640D-371F-684B-916504E21ABC}"/>
                  </a:ext>
                </a:extLst>
              </p:cNvPr>
              <p:cNvSpPr/>
              <p:nvPr/>
            </p:nvSpPr>
            <p:spPr>
              <a:xfrm>
                <a:off x="8528007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Valoração</a:t>
                </a:r>
              </a:p>
            </p:txBody>
          </p:sp>
        </p:grp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DEEB0716-799A-B2FF-4CC6-847D9A35691E}"/>
                </a:ext>
              </a:extLst>
            </p:cNvPr>
            <p:cNvSpPr/>
            <p:nvPr/>
          </p:nvSpPr>
          <p:spPr>
            <a:xfrm>
              <a:off x="10280084" y="89150"/>
              <a:ext cx="1527425" cy="1440000"/>
            </a:xfrm>
            <a:prstGeom prst="flowChartConnector">
              <a:avLst/>
            </a:prstGeom>
            <a:solidFill>
              <a:srgbClr val="080E26"/>
            </a:solidFill>
            <a:ln>
              <a:solidFill>
                <a:srgbClr val="2831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283157"/>
                  </a:solidFill>
                </a:rPr>
                <a:t>Próximos passos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AC96F108-59D9-FE5E-0E09-C7946D3F35CF}"/>
              </a:ext>
            </a:extLst>
          </p:cNvPr>
          <p:cNvGrpSpPr/>
          <p:nvPr/>
        </p:nvGrpSpPr>
        <p:grpSpPr>
          <a:xfrm>
            <a:off x="198074" y="2334290"/>
            <a:ext cx="5993176" cy="2142460"/>
            <a:chOff x="775930" y="2328624"/>
            <a:chExt cx="6428423" cy="2534245"/>
          </a:xfrm>
        </p:grpSpPr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34A8FCBB-FB85-4D37-71C5-FE4C1144A95C}"/>
                </a:ext>
              </a:extLst>
            </p:cNvPr>
            <p:cNvSpPr/>
            <p:nvPr/>
          </p:nvSpPr>
          <p:spPr>
            <a:xfrm>
              <a:off x="775930" y="2328624"/>
              <a:ext cx="6428423" cy="2534245"/>
            </a:xfrm>
            <a:prstGeom prst="roundRect">
              <a:avLst>
                <a:gd name="adj" fmla="val 3674"/>
              </a:avLst>
            </a:prstGeom>
            <a:solidFill>
              <a:srgbClr val="283157"/>
            </a:solidFill>
            <a:ln w="7620">
              <a:solidFill>
                <a:srgbClr val="414A7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81BB6B94-B0E3-E3E4-12BF-130604A3D35E}"/>
                </a:ext>
              </a:extLst>
            </p:cNvPr>
            <p:cNvSpPr/>
            <p:nvPr/>
          </p:nvSpPr>
          <p:spPr>
            <a:xfrm>
              <a:off x="1005245" y="2557939"/>
              <a:ext cx="665083" cy="665083"/>
            </a:xfrm>
            <a:prstGeom prst="roundRect">
              <a:avLst>
                <a:gd name="adj" fmla="val 13747285"/>
              </a:avLst>
            </a:prstGeom>
            <a:solidFill>
              <a:srgbClr val="8C98CA"/>
            </a:solidFill>
            <a:ln/>
          </p:spPr>
          <p:txBody>
            <a:bodyPr/>
            <a:lstStyle/>
            <a:p>
              <a:endParaRPr lang="pt-BR"/>
            </a:p>
          </p:txBody>
        </p:sp>
        <p:pic>
          <p:nvPicPr>
            <p:cNvPr id="23" name="Image 0" descr="preencoded.png">
              <a:extLst>
                <a:ext uri="{FF2B5EF4-FFF2-40B4-BE49-F238E27FC236}">
                  <a16:creationId xmlns:a16="http://schemas.microsoft.com/office/drawing/2014/main" id="{4A332D81-FDB6-D0BF-7A70-4B809B2B0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8125" y="2740819"/>
              <a:ext cx="299204" cy="299204"/>
            </a:xfrm>
            <a:prstGeom prst="rect">
              <a:avLst/>
            </a:prstGeom>
          </p:spPr>
        </p:pic>
        <p:sp>
          <p:nvSpPr>
            <p:cNvPr id="24" name="Text 3">
              <a:extLst>
                <a:ext uri="{FF2B5EF4-FFF2-40B4-BE49-F238E27FC236}">
                  <a16:creationId xmlns:a16="http://schemas.microsoft.com/office/drawing/2014/main" id="{2C44DDEB-1EA4-4E4C-E7D2-04DDF07F976A}"/>
                </a:ext>
              </a:extLst>
            </p:cNvPr>
            <p:cNvSpPr/>
            <p:nvPr/>
          </p:nvSpPr>
          <p:spPr>
            <a:xfrm>
              <a:off x="1005245" y="3444716"/>
              <a:ext cx="2771180" cy="3464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2150" dirty="0">
                  <a:solidFill>
                    <a:srgbClr val="EBECEF"/>
                  </a:solidFill>
                  <a:latin typeface="Fraunces Medium" pitchFamily="34" charset="0"/>
                  <a:ea typeface="Fraunces Medium" pitchFamily="34" charset="-122"/>
                  <a:cs typeface="Fraunces Medium" pitchFamily="34" charset="-120"/>
                </a:rPr>
                <a:t>Volume Crescente</a:t>
              </a:r>
              <a:endParaRPr lang="en-US" sz="2150" dirty="0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53FAAE96-979E-45DC-3C98-2673DB58EE54}"/>
                </a:ext>
              </a:extLst>
            </p:cNvPr>
            <p:cNvSpPr/>
            <p:nvPr/>
          </p:nvSpPr>
          <p:spPr>
            <a:xfrm>
              <a:off x="1005245" y="3924181"/>
              <a:ext cx="5969794" cy="7093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1700" dirty="0">
                  <a:solidFill>
                    <a:srgbClr val="EBECEF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Milhares de transcrições diárias impossibilitam análise manual completa</a:t>
              </a:r>
              <a:endParaRPr lang="en-US" sz="1700" dirty="0"/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FDC29141-CE21-A394-A603-B770B0E390DA}"/>
              </a:ext>
            </a:extLst>
          </p:cNvPr>
          <p:cNvGrpSpPr/>
          <p:nvPr/>
        </p:nvGrpSpPr>
        <p:grpSpPr>
          <a:xfrm>
            <a:off x="6965741" y="3702230"/>
            <a:ext cx="4249280" cy="1282782"/>
            <a:chOff x="7426047" y="5084564"/>
            <a:chExt cx="6428423" cy="2534245"/>
          </a:xfrm>
        </p:grpSpPr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68727FE5-2EE7-1DD2-23FC-75AB2D6BB71E}"/>
                </a:ext>
              </a:extLst>
            </p:cNvPr>
            <p:cNvSpPr/>
            <p:nvPr/>
          </p:nvSpPr>
          <p:spPr>
            <a:xfrm>
              <a:off x="7426047" y="5084564"/>
              <a:ext cx="6428423" cy="2534245"/>
            </a:xfrm>
            <a:prstGeom prst="roundRect">
              <a:avLst>
                <a:gd name="adj" fmla="val 3674"/>
              </a:avLst>
            </a:prstGeom>
            <a:solidFill>
              <a:srgbClr val="283157"/>
            </a:solidFill>
            <a:ln w="7620">
              <a:solidFill>
                <a:srgbClr val="414A7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1CF0414D-A658-80AC-613A-FC1BD9D8CD8B}"/>
                </a:ext>
              </a:extLst>
            </p:cNvPr>
            <p:cNvSpPr/>
            <p:nvPr/>
          </p:nvSpPr>
          <p:spPr>
            <a:xfrm>
              <a:off x="7655362" y="5313878"/>
              <a:ext cx="665083" cy="665083"/>
            </a:xfrm>
            <a:prstGeom prst="roundRect">
              <a:avLst>
                <a:gd name="adj" fmla="val 13747285"/>
              </a:avLst>
            </a:prstGeom>
            <a:solidFill>
              <a:srgbClr val="8C98CA"/>
            </a:solidFill>
            <a:ln/>
          </p:spPr>
          <p:txBody>
            <a:bodyPr/>
            <a:lstStyle/>
            <a:p>
              <a:endParaRPr lang="pt-BR"/>
            </a:p>
          </p:txBody>
        </p:sp>
        <p:pic>
          <p:nvPicPr>
            <p:cNvPr id="35" name="Image 3" descr="preencoded.png">
              <a:extLst>
                <a:ext uri="{FF2B5EF4-FFF2-40B4-BE49-F238E27FC236}">
                  <a16:creationId xmlns:a16="http://schemas.microsoft.com/office/drawing/2014/main" id="{0864A08E-A17D-274C-0521-9C8326EC4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8242" y="5496758"/>
              <a:ext cx="299204" cy="299204"/>
            </a:xfrm>
            <a:prstGeom prst="rect">
              <a:avLst/>
            </a:prstGeom>
          </p:spPr>
        </p:pic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B256020A-AD77-AD24-D7AD-1602891A3B58}"/>
                </a:ext>
              </a:extLst>
            </p:cNvPr>
            <p:cNvSpPr/>
            <p:nvPr/>
          </p:nvSpPr>
          <p:spPr>
            <a:xfrm>
              <a:off x="7655362" y="6200656"/>
              <a:ext cx="3590568" cy="3464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2150" dirty="0">
                  <a:solidFill>
                    <a:srgbClr val="EBECEF"/>
                  </a:solidFill>
                  <a:latin typeface="Fraunces Medium" pitchFamily="34" charset="0"/>
                  <a:ea typeface="Fraunces Medium" pitchFamily="34" charset="-122"/>
                  <a:cs typeface="Fraunces Medium" pitchFamily="34" charset="-120"/>
                </a:rPr>
                <a:t>Necessidade de Automação</a:t>
              </a:r>
              <a:endParaRPr lang="en-US" sz="2150" dirty="0"/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E118660C-5EB0-8EFA-CBDD-84006AC0BB43}"/>
                </a:ext>
              </a:extLst>
            </p:cNvPr>
            <p:cNvSpPr/>
            <p:nvPr/>
          </p:nvSpPr>
          <p:spPr>
            <a:xfrm>
              <a:off x="7655362" y="6680121"/>
              <a:ext cx="5969794" cy="7093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1700" dirty="0">
                  <a:solidFill>
                    <a:srgbClr val="EBECEF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Urgência por soluções que entreguem eficiência e precisão</a:t>
              </a:r>
              <a:endParaRPr 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109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EE7DC-F172-C0B2-DAC8-38DFBD8E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EAFD4929-BA48-738B-8CC4-EF2D01525D0C}"/>
              </a:ext>
            </a:extLst>
          </p:cNvPr>
          <p:cNvGrpSpPr/>
          <p:nvPr/>
        </p:nvGrpSpPr>
        <p:grpSpPr>
          <a:xfrm>
            <a:off x="198074" y="89150"/>
            <a:ext cx="11880000" cy="1442917"/>
            <a:chOff x="198074" y="89150"/>
            <a:chExt cx="11880000" cy="1442917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F086C0CC-4AAC-B604-EF9A-2EC51492174F}"/>
                </a:ext>
              </a:extLst>
            </p:cNvPr>
            <p:cNvGrpSpPr/>
            <p:nvPr/>
          </p:nvGrpSpPr>
          <p:grpSpPr>
            <a:xfrm>
              <a:off x="198074" y="92067"/>
              <a:ext cx="11880000" cy="1440000"/>
              <a:chOff x="-1136849" y="4191626"/>
              <a:chExt cx="14125257" cy="1739900"/>
            </a:xfrm>
            <a:solidFill>
              <a:srgbClr val="283157"/>
            </a:solidFill>
          </p:grpSpPr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FA6173C5-BEE8-043F-9201-53F32C5B043C}"/>
                  </a:ext>
                </a:extLst>
              </p:cNvPr>
              <p:cNvSpPr/>
              <p:nvPr/>
            </p:nvSpPr>
            <p:spPr>
              <a:xfrm>
                <a:off x="-1136849" y="4937271"/>
                <a:ext cx="14125257" cy="130492"/>
              </a:xfrm>
              <a:prstGeom prst="roundRect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9" name="Fluxograma: Conector 8">
                <a:extLst>
                  <a:ext uri="{FF2B5EF4-FFF2-40B4-BE49-F238E27FC236}">
                    <a16:creationId xmlns:a16="http://schemas.microsoft.com/office/drawing/2014/main" id="{C82902AF-BC4A-86E0-2AEC-8920F686D7E8}"/>
                  </a:ext>
                </a:extLst>
              </p:cNvPr>
              <p:cNvSpPr/>
              <p:nvPr/>
            </p:nvSpPr>
            <p:spPr>
              <a:xfrm>
                <a:off x="-762398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Dor do negocio</a:t>
                </a:r>
              </a:p>
            </p:txBody>
          </p:sp>
          <p:sp>
            <p:nvSpPr>
              <p:cNvPr id="10" name="Fluxograma: Conector 9">
                <a:extLst>
                  <a:ext uri="{FF2B5EF4-FFF2-40B4-BE49-F238E27FC236}">
                    <a16:creationId xmlns:a16="http://schemas.microsoft.com/office/drawing/2014/main" id="{EA77C4B7-513E-02EC-EF03-CE91E8C6CF5A}"/>
                  </a:ext>
                </a:extLst>
              </p:cNvPr>
              <p:cNvSpPr/>
              <p:nvPr/>
            </p:nvSpPr>
            <p:spPr>
              <a:xfrm>
                <a:off x="1560204" y="4191626"/>
                <a:ext cx="1816100" cy="1739900"/>
              </a:xfrm>
              <a:prstGeom prst="flowChartConnector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chemeClr val="bg1"/>
                    </a:solidFill>
                  </a:rPr>
                  <a:t>Solução Proposta</a:t>
                </a:r>
              </a:p>
            </p:txBody>
          </p:sp>
          <p:sp>
            <p:nvSpPr>
              <p:cNvPr id="11" name="Fluxograma: Conector 10">
                <a:extLst>
                  <a:ext uri="{FF2B5EF4-FFF2-40B4-BE49-F238E27FC236}">
                    <a16:creationId xmlns:a16="http://schemas.microsoft.com/office/drawing/2014/main" id="{B828B00D-1617-9AA8-3E07-037B5F457779}"/>
                  </a:ext>
                </a:extLst>
              </p:cNvPr>
              <p:cNvSpPr/>
              <p:nvPr/>
            </p:nvSpPr>
            <p:spPr>
              <a:xfrm>
                <a:off x="3882805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Etapas</a:t>
                </a:r>
              </a:p>
            </p:txBody>
          </p:sp>
          <p:sp>
            <p:nvSpPr>
              <p:cNvPr id="12" name="Fluxograma: Conector 11">
                <a:extLst>
                  <a:ext uri="{FF2B5EF4-FFF2-40B4-BE49-F238E27FC236}">
                    <a16:creationId xmlns:a16="http://schemas.microsoft.com/office/drawing/2014/main" id="{9C4CA405-377F-32EB-8D92-FBF8B6407D3E}"/>
                  </a:ext>
                </a:extLst>
              </p:cNvPr>
              <p:cNvSpPr/>
              <p:nvPr/>
            </p:nvSpPr>
            <p:spPr>
              <a:xfrm>
                <a:off x="6205406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Métricas</a:t>
                </a:r>
              </a:p>
            </p:txBody>
          </p:sp>
          <p:sp>
            <p:nvSpPr>
              <p:cNvPr id="13" name="Fluxograma: Conector 12">
                <a:extLst>
                  <a:ext uri="{FF2B5EF4-FFF2-40B4-BE49-F238E27FC236}">
                    <a16:creationId xmlns:a16="http://schemas.microsoft.com/office/drawing/2014/main" id="{B7655015-D905-9D4D-F39A-1514E527F151}"/>
                  </a:ext>
                </a:extLst>
              </p:cNvPr>
              <p:cNvSpPr/>
              <p:nvPr/>
            </p:nvSpPr>
            <p:spPr>
              <a:xfrm>
                <a:off x="8528007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Valoração</a:t>
                </a:r>
              </a:p>
            </p:txBody>
          </p:sp>
        </p:grp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1138E6F8-A5B4-7291-3D44-BF09F359694A}"/>
                </a:ext>
              </a:extLst>
            </p:cNvPr>
            <p:cNvSpPr/>
            <p:nvPr/>
          </p:nvSpPr>
          <p:spPr>
            <a:xfrm>
              <a:off x="10280084" y="89150"/>
              <a:ext cx="1527425" cy="1440000"/>
            </a:xfrm>
            <a:prstGeom prst="flowChartConnector">
              <a:avLst/>
            </a:prstGeom>
            <a:solidFill>
              <a:srgbClr val="080E26"/>
            </a:solidFill>
            <a:ln>
              <a:solidFill>
                <a:srgbClr val="2831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283157"/>
                  </a:solidFill>
                </a:rPr>
                <a:t>Próximos passos</a:t>
              </a:r>
            </a:p>
          </p:txBody>
        </p:sp>
      </p:grpSp>
      <p:sp>
        <p:nvSpPr>
          <p:cNvPr id="14" name="Text 0">
            <a:extLst>
              <a:ext uri="{FF2B5EF4-FFF2-40B4-BE49-F238E27FC236}">
                <a16:creationId xmlns:a16="http://schemas.microsoft.com/office/drawing/2014/main" id="{F2BAC765-0A14-1E22-EAB4-B52BC79C0EC0}"/>
              </a:ext>
            </a:extLst>
          </p:cNvPr>
          <p:cNvSpPr/>
          <p:nvPr/>
        </p:nvSpPr>
        <p:spPr>
          <a:xfrm>
            <a:off x="425410" y="17947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Solução Proposta</a:t>
            </a:r>
            <a:endParaRPr lang="en-US" sz="445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E414B774-3C71-C671-D03C-F718C4CA9228}"/>
              </a:ext>
            </a:extLst>
          </p:cNvPr>
          <p:cNvSpPr/>
          <p:nvPr/>
        </p:nvSpPr>
        <p:spPr>
          <a:xfrm>
            <a:off x="425410" y="2877791"/>
            <a:ext cx="654284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IA Tradicional + IA Generativa</a:t>
            </a:r>
            <a:endParaRPr lang="en-US" sz="35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C8A4E3B-47EF-1930-1F53-9CDD9A3EF95F}"/>
              </a:ext>
            </a:extLst>
          </p:cNvPr>
          <p:cNvSpPr/>
          <p:nvPr/>
        </p:nvSpPr>
        <p:spPr>
          <a:xfrm>
            <a:off x="425410" y="37055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F07C29B-C1A2-5006-02B2-5AB18BA3D005}"/>
              </a:ext>
            </a:extLst>
          </p:cNvPr>
          <p:cNvSpPr/>
          <p:nvPr/>
        </p:nvSpPr>
        <p:spPr>
          <a:xfrm>
            <a:off x="495815" y="3728254"/>
            <a:ext cx="4220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Abordagem Híbrida Inteligente</a:t>
            </a:r>
            <a:endParaRPr lang="en-US" sz="2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D343D5D-2EC4-9E34-67DE-3A9FC0FD97D8}"/>
              </a:ext>
            </a:extLst>
          </p:cNvPr>
          <p:cNvSpPr/>
          <p:nvPr/>
        </p:nvSpPr>
        <p:spPr>
          <a:xfrm>
            <a:off x="495815" y="43093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Modelos clássicos de NLP para classificação e categorização</a:t>
            </a:r>
            <a:endParaRPr lang="en-US" sz="17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B0AAD62-5522-7650-7CD6-518848AB1BD7}"/>
              </a:ext>
            </a:extLst>
          </p:cNvPr>
          <p:cNvSpPr/>
          <p:nvPr/>
        </p:nvSpPr>
        <p:spPr>
          <a:xfrm>
            <a:off x="495815" y="51144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LLMs para análise contextual profunda e sumarização</a:t>
            </a:r>
            <a:endParaRPr lang="en-US" sz="17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24635A1-87AD-4175-BB0F-A814AF7CE41A}"/>
              </a:ext>
            </a:extLst>
          </p:cNvPr>
          <p:cNvSpPr/>
          <p:nvPr/>
        </p:nvSpPr>
        <p:spPr>
          <a:xfrm>
            <a:off x="495815" y="59195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Automação completa da extração de insights</a:t>
            </a:r>
            <a:endParaRPr lang="en-US" sz="175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40EB3D8-1BC7-3A9E-23FD-A2BD6C80D915}"/>
              </a:ext>
            </a:extLst>
          </p:cNvPr>
          <p:cNvSpPr/>
          <p:nvPr/>
        </p:nvSpPr>
        <p:spPr>
          <a:xfrm>
            <a:off x="495815" y="636179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Relatórios dinâmicos para tomada de decisão estratégica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73904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2EF24-E072-63A1-2B04-4F9C75BA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E705EAEB-3B36-C0AF-0901-A2CD708EDAC1}"/>
              </a:ext>
            </a:extLst>
          </p:cNvPr>
          <p:cNvGrpSpPr/>
          <p:nvPr/>
        </p:nvGrpSpPr>
        <p:grpSpPr>
          <a:xfrm>
            <a:off x="198074" y="89150"/>
            <a:ext cx="11880000" cy="1442917"/>
            <a:chOff x="198074" y="89150"/>
            <a:chExt cx="11880000" cy="1442917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A48E0832-BA88-AC29-153D-B60C57030398}"/>
                </a:ext>
              </a:extLst>
            </p:cNvPr>
            <p:cNvGrpSpPr/>
            <p:nvPr/>
          </p:nvGrpSpPr>
          <p:grpSpPr>
            <a:xfrm>
              <a:off x="198074" y="92067"/>
              <a:ext cx="11880000" cy="1440000"/>
              <a:chOff x="-1136849" y="4191626"/>
              <a:chExt cx="14125257" cy="1739900"/>
            </a:xfrm>
            <a:solidFill>
              <a:srgbClr val="283157"/>
            </a:solidFill>
          </p:grpSpPr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739ECBDD-73C7-E059-1C3A-79B4B54FCD9B}"/>
                  </a:ext>
                </a:extLst>
              </p:cNvPr>
              <p:cNvSpPr/>
              <p:nvPr/>
            </p:nvSpPr>
            <p:spPr>
              <a:xfrm>
                <a:off x="-1136849" y="4937271"/>
                <a:ext cx="14125257" cy="130492"/>
              </a:xfrm>
              <a:prstGeom prst="roundRect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9" name="Fluxograma: Conector 8">
                <a:extLst>
                  <a:ext uri="{FF2B5EF4-FFF2-40B4-BE49-F238E27FC236}">
                    <a16:creationId xmlns:a16="http://schemas.microsoft.com/office/drawing/2014/main" id="{F0394497-0866-702C-E6A5-4DDDCF4F84C3}"/>
                  </a:ext>
                </a:extLst>
              </p:cNvPr>
              <p:cNvSpPr/>
              <p:nvPr/>
            </p:nvSpPr>
            <p:spPr>
              <a:xfrm>
                <a:off x="-762398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Dor do negocio</a:t>
                </a:r>
              </a:p>
            </p:txBody>
          </p:sp>
          <p:sp>
            <p:nvSpPr>
              <p:cNvPr id="10" name="Fluxograma: Conector 9">
                <a:extLst>
                  <a:ext uri="{FF2B5EF4-FFF2-40B4-BE49-F238E27FC236}">
                    <a16:creationId xmlns:a16="http://schemas.microsoft.com/office/drawing/2014/main" id="{B6FDA0C7-E189-36E5-19B5-045C021185A7}"/>
                  </a:ext>
                </a:extLst>
              </p:cNvPr>
              <p:cNvSpPr/>
              <p:nvPr/>
            </p:nvSpPr>
            <p:spPr>
              <a:xfrm>
                <a:off x="1560204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Solução Proposta</a:t>
                </a:r>
              </a:p>
            </p:txBody>
          </p:sp>
          <p:sp>
            <p:nvSpPr>
              <p:cNvPr id="11" name="Fluxograma: Conector 10">
                <a:extLst>
                  <a:ext uri="{FF2B5EF4-FFF2-40B4-BE49-F238E27FC236}">
                    <a16:creationId xmlns:a16="http://schemas.microsoft.com/office/drawing/2014/main" id="{63391671-2696-6CC9-1B72-8FE80A82ECE1}"/>
                  </a:ext>
                </a:extLst>
              </p:cNvPr>
              <p:cNvSpPr/>
              <p:nvPr/>
            </p:nvSpPr>
            <p:spPr>
              <a:xfrm>
                <a:off x="3882805" y="4191626"/>
                <a:ext cx="1816100" cy="1739900"/>
              </a:xfrm>
              <a:prstGeom prst="flowChartConnector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chemeClr val="bg1"/>
                    </a:solidFill>
                  </a:rPr>
                  <a:t>Etapas</a:t>
                </a:r>
              </a:p>
            </p:txBody>
          </p:sp>
          <p:sp>
            <p:nvSpPr>
              <p:cNvPr id="12" name="Fluxograma: Conector 11">
                <a:extLst>
                  <a:ext uri="{FF2B5EF4-FFF2-40B4-BE49-F238E27FC236}">
                    <a16:creationId xmlns:a16="http://schemas.microsoft.com/office/drawing/2014/main" id="{F10802B8-BB7A-E794-2568-25D93E031F99}"/>
                  </a:ext>
                </a:extLst>
              </p:cNvPr>
              <p:cNvSpPr/>
              <p:nvPr/>
            </p:nvSpPr>
            <p:spPr>
              <a:xfrm>
                <a:off x="6205406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Métricas</a:t>
                </a:r>
              </a:p>
            </p:txBody>
          </p:sp>
          <p:sp>
            <p:nvSpPr>
              <p:cNvPr id="13" name="Fluxograma: Conector 12">
                <a:extLst>
                  <a:ext uri="{FF2B5EF4-FFF2-40B4-BE49-F238E27FC236}">
                    <a16:creationId xmlns:a16="http://schemas.microsoft.com/office/drawing/2014/main" id="{C89D8CF9-16EA-B3CA-AA8C-586FAD01201C}"/>
                  </a:ext>
                </a:extLst>
              </p:cNvPr>
              <p:cNvSpPr/>
              <p:nvPr/>
            </p:nvSpPr>
            <p:spPr>
              <a:xfrm>
                <a:off x="8528007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Valoração</a:t>
                </a:r>
              </a:p>
            </p:txBody>
          </p:sp>
        </p:grp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A7DD362D-8B01-9B1C-ABD4-C55E525492EC}"/>
                </a:ext>
              </a:extLst>
            </p:cNvPr>
            <p:cNvSpPr/>
            <p:nvPr/>
          </p:nvSpPr>
          <p:spPr>
            <a:xfrm>
              <a:off x="10280084" y="89150"/>
              <a:ext cx="1527425" cy="1440000"/>
            </a:xfrm>
            <a:prstGeom prst="flowChartConnector">
              <a:avLst/>
            </a:prstGeom>
            <a:solidFill>
              <a:srgbClr val="080E26"/>
            </a:solidFill>
            <a:ln>
              <a:solidFill>
                <a:srgbClr val="2831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283157"/>
                  </a:solidFill>
                </a:rPr>
                <a:t>Próximos passos</a:t>
              </a:r>
            </a:p>
          </p:txBody>
        </p:sp>
      </p:grpSp>
      <p:sp>
        <p:nvSpPr>
          <p:cNvPr id="7" name="Shape 1">
            <a:extLst>
              <a:ext uri="{FF2B5EF4-FFF2-40B4-BE49-F238E27FC236}">
                <a16:creationId xmlns:a16="http://schemas.microsoft.com/office/drawing/2014/main" id="{B358BC8D-3FFF-F184-29C8-A16F0C3F8843}"/>
              </a:ext>
            </a:extLst>
          </p:cNvPr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name="adj" fmla="val 373402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F62F510-A047-39A2-CF00-8090C674CA08}"/>
              </a:ext>
            </a:extLst>
          </p:cNvPr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F51AC3A8-6DBA-D540-03AF-83AFB141C3D9}"/>
              </a:ext>
            </a:extLst>
          </p:cNvPr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F0300F4-C64F-330A-7BF2-518A416E7C04}"/>
              </a:ext>
            </a:extLst>
          </p:cNvPr>
          <p:cNvSpPr/>
          <p:nvPr/>
        </p:nvSpPr>
        <p:spPr>
          <a:xfrm>
            <a:off x="7162800" y="16397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9C5A075-0C6D-AA8E-96B0-3D9EBC5F390D}"/>
              </a:ext>
            </a:extLst>
          </p:cNvPr>
          <p:cNvSpPr/>
          <p:nvPr/>
        </p:nvSpPr>
        <p:spPr>
          <a:xfrm>
            <a:off x="3043118" y="1671399"/>
            <a:ext cx="325600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1: Coleta e Preparação</a:t>
            </a:r>
            <a:endParaRPr lang="en-US" sz="20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B3F71BCD-2DE7-553E-29CF-DEDB0AC052E7}"/>
              </a:ext>
            </a:extLst>
          </p:cNvPr>
          <p:cNvSpPr/>
          <p:nvPr/>
        </p:nvSpPr>
        <p:spPr>
          <a:xfrm>
            <a:off x="711279" y="2110859"/>
            <a:ext cx="55878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Ingestão e pré-processamento das transcrições de atendimento</a:t>
            </a:r>
            <a:endParaRPr lang="en-US" sz="16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8B067C0-502D-888E-7923-84F31BB3B7A7}"/>
              </a:ext>
            </a:extLst>
          </p:cNvPr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63AD7E22-8377-D565-9169-EE314D0DAC72}"/>
              </a:ext>
            </a:extLst>
          </p:cNvPr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05DC4C91-4DD2-8C24-AFCA-B9B01C6FAE54}"/>
              </a:ext>
            </a:extLst>
          </p:cNvPr>
          <p:cNvSpPr/>
          <p:nvPr/>
        </p:nvSpPr>
        <p:spPr>
          <a:xfrm>
            <a:off x="7162800" y="28589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BD416DFD-B52F-3D17-04B3-34C106A2C671}"/>
              </a:ext>
            </a:extLst>
          </p:cNvPr>
          <p:cNvSpPr/>
          <p:nvPr/>
        </p:nvSpPr>
        <p:spPr>
          <a:xfrm>
            <a:off x="8331279" y="2890599"/>
            <a:ext cx="387369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2: Treinamento de Modelos</a:t>
            </a:r>
            <a:endParaRPr lang="en-US" sz="20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C0A3C528-6B6E-B3D4-9AC5-2257E5E99FFF}"/>
              </a:ext>
            </a:extLst>
          </p:cNvPr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733C6FC2-C5F6-829B-A4B4-7A18AE573154}"/>
              </a:ext>
            </a:extLst>
          </p:cNvPr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E47DE054-DFCE-D896-2959-AA56C76F2A0E}"/>
              </a:ext>
            </a:extLst>
          </p:cNvPr>
          <p:cNvSpPr/>
          <p:nvPr/>
        </p:nvSpPr>
        <p:spPr>
          <a:xfrm>
            <a:off x="7162800" y="390989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8F238D96-D209-5DD9-528E-54D603A96710}"/>
              </a:ext>
            </a:extLst>
          </p:cNvPr>
          <p:cNvSpPr/>
          <p:nvPr/>
        </p:nvSpPr>
        <p:spPr>
          <a:xfrm>
            <a:off x="2620328" y="3941564"/>
            <a:ext cx="367879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3: Análise de Sentimentos</a:t>
            </a:r>
            <a:endParaRPr lang="en-US" sz="20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8B72370D-4209-79E5-CD6A-AB9736067959}"/>
              </a:ext>
            </a:extLst>
          </p:cNvPr>
          <p:cNvSpPr/>
          <p:nvPr/>
        </p:nvSpPr>
        <p:spPr>
          <a:xfrm>
            <a:off x="711279" y="4381024"/>
            <a:ext cx="55878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Implementação de NLP e machine learning para detecção emocional</a:t>
            </a:r>
            <a:endParaRPr lang="en-US" sz="160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B5720997-FD32-956E-9E9B-A6793FBBD048}"/>
              </a:ext>
            </a:extLst>
          </p:cNvPr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8E05A337-DED3-ABC9-0A54-83470E4AD21F}"/>
              </a:ext>
            </a:extLst>
          </p:cNvPr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F5603BD6-620F-38F8-4814-400D87DA2BE6}"/>
              </a:ext>
            </a:extLst>
          </p:cNvPr>
          <p:cNvSpPr/>
          <p:nvPr/>
        </p:nvSpPr>
        <p:spPr>
          <a:xfrm>
            <a:off x="7162800" y="4960858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FC18D894-5E4A-C5DD-48C1-DB22285023E5}"/>
              </a:ext>
            </a:extLst>
          </p:cNvPr>
          <p:cNvSpPr/>
          <p:nvPr/>
        </p:nvSpPr>
        <p:spPr>
          <a:xfrm>
            <a:off x="8331279" y="4992529"/>
            <a:ext cx="35729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4: Integração Generativa</a:t>
            </a:r>
            <a:endParaRPr lang="en-US" sz="20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259A4845-3041-9341-6996-AAF22E2AFAD0}"/>
              </a:ext>
            </a:extLst>
          </p:cNvPr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name="adj" fmla="val 373402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D9A93CE3-A802-64E6-C5B6-699570FECFBE}"/>
              </a:ext>
            </a:extLst>
          </p:cNvPr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19C2B61E-B089-65B8-BF1E-5D9D340A000D}"/>
              </a:ext>
            </a:extLst>
          </p:cNvPr>
          <p:cNvSpPr/>
          <p:nvPr/>
        </p:nvSpPr>
        <p:spPr>
          <a:xfrm>
            <a:off x="7162800" y="601182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B4A9526-03F8-36B5-E601-4A04AFF2F5C4}"/>
              </a:ext>
            </a:extLst>
          </p:cNvPr>
          <p:cNvSpPr/>
          <p:nvPr/>
        </p:nvSpPr>
        <p:spPr>
          <a:xfrm>
            <a:off x="3117890" y="6043493"/>
            <a:ext cx="3181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Fase 5: Validação e Ajustes</a:t>
            </a:r>
            <a:endParaRPr lang="en-US" sz="2000" dirty="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BC092E7B-3D68-DDAC-7AFA-E0F75927C182}"/>
              </a:ext>
            </a:extLst>
          </p:cNvPr>
          <p:cNvSpPr/>
          <p:nvPr/>
        </p:nvSpPr>
        <p:spPr>
          <a:xfrm>
            <a:off x="711279" y="6482953"/>
            <a:ext cx="55878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Testes com usuários reais e otimização contínua baseada em métricas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9763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68C95-748F-05A1-50C0-531A118A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D537EF53-637A-E86D-7778-E761441D5A17}"/>
              </a:ext>
            </a:extLst>
          </p:cNvPr>
          <p:cNvGrpSpPr/>
          <p:nvPr/>
        </p:nvGrpSpPr>
        <p:grpSpPr>
          <a:xfrm>
            <a:off x="198074" y="89150"/>
            <a:ext cx="11880000" cy="1442917"/>
            <a:chOff x="198074" y="89150"/>
            <a:chExt cx="11880000" cy="1442917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B0360470-7219-24F7-B8C3-B5681160BAE0}"/>
                </a:ext>
              </a:extLst>
            </p:cNvPr>
            <p:cNvGrpSpPr/>
            <p:nvPr/>
          </p:nvGrpSpPr>
          <p:grpSpPr>
            <a:xfrm>
              <a:off x="198074" y="92067"/>
              <a:ext cx="11880000" cy="1440000"/>
              <a:chOff x="-1136849" y="4191626"/>
              <a:chExt cx="14125257" cy="1739900"/>
            </a:xfrm>
            <a:solidFill>
              <a:srgbClr val="283157"/>
            </a:solidFill>
          </p:grpSpPr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3C9B326C-21DA-121F-6169-AC8E927562A9}"/>
                  </a:ext>
                </a:extLst>
              </p:cNvPr>
              <p:cNvSpPr/>
              <p:nvPr/>
            </p:nvSpPr>
            <p:spPr>
              <a:xfrm>
                <a:off x="-1136849" y="4937271"/>
                <a:ext cx="14125257" cy="130492"/>
              </a:xfrm>
              <a:prstGeom prst="roundRect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9" name="Fluxograma: Conector 8">
                <a:extLst>
                  <a:ext uri="{FF2B5EF4-FFF2-40B4-BE49-F238E27FC236}">
                    <a16:creationId xmlns:a16="http://schemas.microsoft.com/office/drawing/2014/main" id="{43346AF1-C820-634D-50FC-6E7C9528C414}"/>
                  </a:ext>
                </a:extLst>
              </p:cNvPr>
              <p:cNvSpPr/>
              <p:nvPr/>
            </p:nvSpPr>
            <p:spPr>
              <a:xfrm>
                <a:off x="-762398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Dor do negocio</a:t>
                </a:r>
              </a:p>
            </p:txBody>
          </p:sp>
          <p:sp>
            <p:nvSpPr>
              <p:cNvPr id="10" name="Fluxograma: Conector 9">
                <a:extLst>
                  <a:ext uri="{FF2B5EF4-FFF2-40B4-BE49-F238E27FC236}">
                    <a16:creationId xmlns:a16="http://schemas.microsoft.com/office/drawing/2014/main" id="{5A462AC5-6B1D-D013-6D79-EB2A04397C82}"/>
                  </a:ext>
                </a:extLst>
              </p:cNvPr>
              <p:cNvSpPr/>
              <p:nvPr/>
            </p:nvSpPr>
            <p:spPr>
              <a:xfrm>
                <a:off x="1560204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Solução Proposta</a:t>
                </a:r>
              </a:p>
            </p:txBody>
          </p:sp>
          <p:sp>
            <p:nvSpPr>
              <p:cNvPr id="11" name="Fluxograma: Conector 10">
                <a:extLst>
                  <a:ext uri="{FF2B5EF4-FFF2-40B4-BE49-F238E27FC236}">
                    <a16:creationId xmlns:a16="http://schemas.microsoft.com/office/drawing/2014/main" id="{1CEBAC43-2A1D-4BD7-3F2D-7DFCCF11A000}"/>
                  </a:ext>
                </a:extLst>
              </p:cNvPr>
              <p:cNvSpPr/>
              <p:nvPr/>
            </p:nvSpPr>
            <p:spPr>
              <a:xfrm>
                <a:off x="3882805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Etapas</a:t>
                </a:r>
              </a:p>
            </p:txBody>
          </p:sp>
          <p:sp>
            <p:nvSpPr>
              <p:cNvPr id="12" name="Fluxograma: Conector 11">
                <a:extLst>
                  <a:ext uri="{FF2B5EF4-FFF2-40B4-BE49-F238E27FC236}">
                    <a16:creationId xmlns:a16="http://schemas.microsoft.com/office/drawing/2014/main" id="{D5CE02DF-2D80-A2A9-5EC1-DD549287966F}"/>
                  </a:ext>
                </a:extLst>
              </p:cNvPr>
              <p:cNvSpPr/>
              <p:nvPr/>
            </p:nvSpPr>
            <p:spPr>
              <a:xfrm>
                <a:off x="6205406" y="4191626"/>
                <a:ext cx="1816100" cy="1739900"/>
              </a:xfrm>
              <a:prstGeom prst="flowChartConnector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chemeClr val="bg1"/>
                    </a:solidFill>
                  </a:rPr>
                  <a:t>Métricas</a:t>
                </a:r>
              </a:p>
            </p:txBody>
          </p:sp>
          <p:sp>
            <p:nvSpPr>
              <p:cNvPr id="13" name="Fluxograma: Conector 12">
                <a:extLst>
                  <a:ext uri="{FF2B5EF4-FFF2-40B4-BE49-F238E27FC236}">
                    <a16:creationId xmlns:a16="http://schemas.microsoft.com/office/drawing/2014/main" id="{8FDF9B82-719E-C198-6594-B393BEF720AD}"/>
                  </a:ext>
                </a:extLst>
              </p:cNvPr>
              <p:cNvSpPr/>
              <p:nvPr/>
            </p:nvSpPr>
            <p:spPr>
              <a:xfrm>
                <a:off x="8528007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Valoração</a:t>
                </a:r>
              </a:p>
            </p:txBody>
          </p:sp>
        </p:grp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90953252-36DD-F437-C66F-256261F76C03}"/>
                </a:ext>
              </a:extLst>
            </p:cNvPr>
            <p:cNvSpPr/>
            <p:nvPr/>
          </p:nvSpPr>
          <p:spPr>
            <a:xfrm>
              <a:off x="10280084" y="89150"/>
              <a:ext cx="1527425" cy="1440000"/>
            </a:xfrm>
            <a:prstGeom prst="flowChartConnector">
              <a:avLst/>
            </a:prstGeom>
            <a:solidFill>
              <a:srgbClr val="080E26"/>
            </a:solidFill>
            <a:ln>
              <a:solidFill>
                <a:srgbClr val="2831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283157"/>
                  </a:solidFill>
                </a:rPr>
                <a:t>Próximos passos</a:t>
              </a:r>
            </a:p>
          </p:txBody>
        </p:sp>
      </p:grpSp>
      <p:sp>
        <p:nvSpPr>
          <p:cNvPr id="25" name="Text 2">
            <a:extLst>
              <a:ext uri="{FF2B5EF4-FFF2-40B4-BE49-F238E27FC236}">
                <a16:creationId xmlns:a16="http://schemas.microsoft.com/office/drawing/2014/main" id="{9B6347CF-1042-5EBD-3D5A-FAB842A76582}"/>
              </a:ext>
            </a:extLst>
          </p:cNvPr>
          <p:cNvSpPr/>
          <p:nvPr/>
        </p:nvSpPr>
        <p:spPr>
          <a:xfrm>
            <a:off x="426618" y="3328359"/>
            <a:ext cx="2377678" cy="483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85%</a:t>
            </a:r>
            <a:endParaRPr lang="en-US" sz="38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71D4DA07-EFAB-90FB-62EF-6B6F5CC0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52" y="2120231"/>
            <a:ext cx="2899648" cy="2899648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0805B1A8-E32E-B477-5DC5-2F7690ADFD2B}"/>
              </a:ext>
            </a:extLst>
          </p:cNvPr>
          <p:cNvSpPr/>
          <p:nvPr/>
        </p:nvSpPr>
        <p:spPr>
          <a:xfrm>
            <a:off x="407449" y="5261338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Precisão</a:t>
            </a:r>
            <a:endParaRPr lang="en-US" sz="19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C31120EC-BB41-BF91-BD76-3CA64D6422A8}"/>
              </a:ext>
            </a:extLst>
          </p:cNvPr>
          <p:cNvSpPr/>
          <p:nvPr/>
        </p:nvSpPr>
        <p:spPr>
          <a:xfrm>
            <a:off x="676513" y="5734758"/>
            <a:ext cx="4264700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Classificação automática de atendimentos</a:t>
            </a:r>
            <a:endParaRPr lang="en-US" sz="15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51295D5-5A87-E593-CD81-5A5CFB46A6FA}"/>
              </a:ext>
            </a:extLst>
          </p:cNvPr>
          <p:cNvSpPr/>
          <p:nvPr/>
        </p:nvSpPr>
        <p:spPr>
          <a:xfrm>
            <a:off x="4932896" y="3328359"/>
            <a:ext cx="2377678" cy="483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70%</a:t>
            </a:r>
            <a:endParaRPr lang="en-US" sz="3800" dirty="0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8AAB7A10-42B6-1F60-3C54-37D23B0F3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030" y="2120231"/>
            <a:ext cx="2899648" cy="2899648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00EC554D-CC4B-E358-7B20-FB5AB64A1A3F}"/>
              </a:ext>
            </a:extLst>
          </p:cNvPr>
          <p:cNvSpPr/>
          <p:nvPr/>
        </p:nvSpPr>
        <p:spPr>
          <a:xfrm>
            <a:off x="4913727" y="5261338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Redução</a:t>
            </a:r>
            <a:endParaRPr lang="en-US" sz="19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73392944-FAF7-D025-0EE3-8D651B465D0D}"/>
              </a:ext>
            </a:extLst>
          </p:cNvPr>
          <p:cNvSpPr/>
          <p:nvPr/>
        </p:nvSpPr>
        <p:spPr>
          <a:xfrm>
            <a:off x="3989564" y="5679367"/>
            <a:ext cx="4264700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Menos conteúdo para leitura com resumos</a:t>
            </a:r>
            <a:endParaRPr lang="en-US" sz="15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AE44A4BA-9AAB-7580-712D-C5CC41B52E1F}"/>
              </a:ext>
            </a:extLst>
          </p:cNvPr>
          <p:cNvSpPr/>
          <p:nvPr/>
        </p:nvSpPr>
        <p:spPr>
          <a:xfrm>
            <a:off x="9439292" y="3328359"/>
            <a:ext cx="2377678" cy="483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90%</a:t>
            </a:r>
            <a:endParaRPr lang="en-US" sz="3800" dirty="0"/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5DFC5084-99A3-D25C-AB0A-34E40032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426" y="2120231"/>
            <a:ext cx="2899648" cy="2899648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AE7FD5D6-53A2-392D-BFF9-D436ED0A7469}"/>
              </a:ext>
            </a:extLst>
          </p:cNvPr>
          <p:cNvSpPr/>
          <p:nvPr/>
        </p:nvSpPr>
        <p:spPr>
          <a:xfrm>
            <a:off x="9420004" y="5261338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Acurácia</a:t>
            </a:r>
            <a:endParaRPr lang="en-US" sz="19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952EC202-E9BA-4F63-56B5-13C6571F3655}"/>
              </a:ext>
            </a:extLst>
          </p:cNvPr>
          <p:cNvSpPr/>
          <p:nvPr/>
        </p:nvSpPr>
        <p:spPr>
          <a:xfrm>
            <a:off x="8495841" y="5679367"/>
            <a:ext cx="4264819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Detecção de sentimentos negativos</a:t>
            </a:r>
            <a:endParaRPr lang="en-US" sz="15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AEC76EF2-CAB3-0A23-B2EC-62008A6BB837}"/>
              </a:ext>
            </a:extLst>
          </p:cNvPr>
          <p:cNvSpPr/>
          <p:nvPr/>
        </p:nvSpPr>
        <p:spPr>
          <a:xfrm>
            <a:off x="966430" y="6478898"/>
            <a:ext cx="12987457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"Os insights gerados transformaram completamente nossa capacidade de resposta e qualidade no atendimento"</a:t>
            </a:r>
            <a:endParaRPr lang="en-US" sz="15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868F7510-C42D-30FC-D48A-5D4827048D02}"/>
              </a:ext>
            </a:extLst>
          </p:cNvPr>
          <p:cNvSpPr/>
          <p:nvPr/>
        </p:nvSpPr>
        <p:spPr>
          <a:xfrm>
            <a:off x="676513" y="6261490"/>
            <a:ext cx="22860" cy="744141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CA91373-13BD-3649-D58E-D948545365C6}"/>
              </a:ext>
            </a:extLst>
          </p:cNvPr>
          <p:cNvSpPr/>
          <p:nvPr/>
        </p:nvSpPr>
        <p:spPr>
          <a:xfrm>
            <a:off x="676513" y="7223039"/>
            <a:ext cx="13277374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Feedback positivo</a:t>
            </a: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unânime de analistas e gestores sobre usabilidade e valor dos insights gerados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73849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62369-502E-FCD6-4356-DBA53525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AD42167C-4486-00E0-8351-D7FB93C6DFC7}"/>
              </a:ext>
            </a:extLst>
          </p:cNvPr>
          <p:cNvGrpSpPr/>
          <p:nvPr/>
        </p:nvGrpSpPr>
        <p:grpSpPr>
          <a:xfrm>
            <a:off x="198074" y="89150"/>
            <a:ext cx="11880000" cy="1442917"/>
            <a:chOff x="198074" y="89150"/>
            <a:chExt cx="11880000" cy="1442917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232A3039-D723-D66F-CEFB-34AB1ED21B1B}"/>
                </a:ext>
              </a:extLst>
            </p:cNvPr>
            <p:cNvGrpSpPr/>
            <p:nvPr/>
          </p:nvGrpSpPr>
          <p:grpSpPr>
            <a:xfrm>
              <a:off x="198074" y="92067"/>
              <a:ext cx="11880000" cy="1440000"/>
              <a:chOff x="-1136849" y="4191626"/>
              <a:chExt cx="14125257" cy="1739900"/>
            </a:xfrm>
            <a:solidFill>
              <a:srgbClr val="283157"/>
            </a:solidFill>
          </p:grpSpPr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165CD43C-EBE8-A175-AB92-95EEC42C3AE8}"/>
                  </a:ext>
                </a:extLst>
              </p:cNvPr>
              <p:cNvSpPr/>
              <p:nvPr/>
            </p:nvSpPr>
            <p:spPr>
              <a:xfrm>
                <a:off x="-1136849" y="4937271"/>
                <a:ext cx="14125257" cy="130492"/>
              </a:xfrm>
              <a:prstGeom prst="roundRect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9" name="Fluxograma: Conector 8">
                <a:extLst>
                  <a:ext uri="{FF2B5EF4-FFF2-40B4-BE49-F238E27FC236}">
                    <a16:creationId xmlns:a16="http://schemas.microsoft.com/office/drawing/2014/main" id="{84585610-3EAD-C8A2-7056-E8CBE18335DC}"/>
                  </a:ext>
                </a:extLst>
              </p:cNvPr>
              <p:cNvSpPr/>
              <p:nvPr/>
            </p:nvSpPr>
            <p:spPr>
              <a:xfrm>
                <a:off x="-762398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Dor do negocio</a:t>
                </a:r>
              </a:p>
            </p:txBody>
          </p:sp>
          <p:sp>
            <p:nvSpPr>
              <p:cNvPr id="10" name="Fluxograma: Conector 9">
                <a:extLst>
                  <a:ext uri="{FF2B5EF4-FFF2-40B4-BE49-F238E27FC236}">
                    <a16:creationId xmlns:a16="http://schemas.microsoft.com/office/drawing/2014/main" id="{FACC211B-68CB-E937-1175-927642B1E16B}"/>
                  </a:ext>
                </a:extLst>
              </p:cNvPr>
              <p:cNvSpPr/>
              <p:nvPr/>
            </p:nvSpPr>
            <p:spPr>
              <a:xfrm>
                <a:off x="1560204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Solução Proposta</a:t>
                </a:r>
              </a:p>
            </p:txBody>
          </p:sp>
          <p:sp>
            <p:nvSpPr>
              <p:cNvPr id="11" name="Fluxograma: Conector 10">
                <a:extLst>
                  <a:ext uri="{FF2B5EF4-FFF2-40B4-BE49-F238E27FC236}">
                    <a16:creationId xmlns:a16="http://schemas.microsoft.com/office/drawing/2014/main" id="{66C5BCE2-27B8-28FC-2EA3-CB2A15073B30}"/>
                  </a:ext>
                </a:extLst>
              </p:cNvPr>
              <p:cNvSpPr/>
              <p:nvPr/>
            </p:nvSpPr>
            <p:spPr>
              <a:xfrm>
                <a:off x="3882805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Etapas</a:t>
                </a:r>
              </a:p>
            </p:txBody>
          </p:sp>
          <p:sp>
            <p:nvSpPr>
              <p:cNvPr id="12" name="Fluxograma: Conector 11">
                <a:extLst>
                  <a:ext uri="{FF2B5EF4-FFF2-40B4-BE49-F238E27FC236}">
                    <a16:creationId xmlns:a16="http://schemas.microsoft.com/office/drawing/2014/main" id="{87590E89-958F-28A7-DFC1-EE6FB8FFF97A}"/>
                  </a:ext>
                </a:extLst>
              </p:cNvPr>
              <p:cNvSpPr/>
              <p:nvPr/>
            </p:nvSpPr>
            <p:spPr>
              <a:xfrm>
                <a:off x="6205406" y="4191626"/>
                <a:ext cx="1816100" cy="1739900"/>
              </a:xfrm>
              <a:prstGeom prst="flowChartConnector">
                <a:avLst/>
              </a:prstGeom>
              <a:solidFill>
                <a:srgbClr val="080E26"/>
              </a:solidFill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rgbClr val="283157"/>
                    </a:solidFill>
                  </a:rPr>
                  <a:t>Métricas</a:t>
                </a:r>
              </a:p>
            </p:txBody>
          </p:sp>
          <p:sp>
            <p:nvSpPr>
              <p:cNvPr id="13" name="Fluxograma: Conector 12">
                <a:extLst>
                  <a:ext uri="{FF2B5EF4-FFF2-40B4-BE49-F238E27FC236}">
                    <a16:creationId xmlns:a16="http://schemas.microsoft.com/office/drawing/2014/main" id="{9574C8E6-E1B2-EA01-6621-15FE7953D6CF}"/>
                  </a:ext>
                </a:extLst>
              </p:cNvPr>
              <p:cNvSpPr/>
              <p:nvPr/>
            </p:nvSpPr>
            <p:spPr>
              <a:xfrm>
                <a:off x="8528007" y="4191626"/>
                <a:ext cx="1816100" cy="1739900"/>
              </a:xfrm>
              <a:prstGeom prst="flowChartConnector">
                <a:avLst/>
              </a:prstGeom>
              <a:grpFill/>
              <a:ln>
                <a:solidFill>
                  <a:srgbClr val="28315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>
                    <a:solidFill>
                      <a:schemeClr val="bg1"/>
                    </a:solidFill>
                  </a:rPr>
                  <a:t>Valoração</a:t>
                </a:r>
              </a:p>
            </p:txBody>
          </p:sp>
        </p:grpSp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87C43318-18B9-132C-F69A-215FF0441103}"/>
                </a:ext>
              </a:extLst>
            </p:cNvPr>
            <p:cNvSpPr/>
            <p:nvPr/>
          </p:nvSpPr>
          <p:spPr>
            <a:xfrm>
              <a:off x="10280084" y="89150"/>
              <a:ext cx="1527425" cy="1440000"/>
            </a:xfrm>
            <a:prstGeom prst="flowChartConnector">
              <a:avLst/>
            </a:prstGeom>
            <a:solidFill>
              <a:srgbClr val="080E26"/>
            </a:solidFill>
            <a:ln>
              <a:solidFill>
                <a:srgbClr val="2831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283157"/>
                  </a:solidFill>
                </a:rPr>
                <a:t>Próximos passos</a:t>
              </a:r>
            </a:p>
          </p:txBody>
        </p:sp>
      </p:grpSp>
      <p:sp>
        <p:nvSpPr>
          <p:cNvPr id="28" name="Text 2">
            <a:extLst>
              <a:ext uri="{FF2B5EF4-FFF2-40B4-BE49-F238E27FC236}">
                <a16:creationId xmlns:a16="http://schemas.microsoft.com/office/drawing/2014/main" id="{6039D39D-EE71-EC5F-2EF3-4A2F5FC02AF6}"/>
              </a:ext>
            </a:extLst>
          </p:cNvPr>
          <p:cNvSpPr/>
          <p:nvPr/>
        </p:nvSpPr>
        <p:spPr>
          <a:xfrm>
            <a:off x="0" y="268057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40%</a:t>
            </a:r>
            <a:endParaRPr lang="en-US" sz="585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32FFFDDE-3091-C3ED-9C70-B79E5C4DB55A}"/>
              </a:ext>
            </a:extLst>
          </p:cNvPr>
          <p:cNvSpPr/>
          <p:nvPr/>
        </p:nvSpPr>
        <p:spPr>
          <a:xfrm>
            <a:off x="661630" y="37123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Redução no Tempo</a:t>
            </a:r>
            <a:endParaRPr lang="en-US" sz="22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15172AA-857D-156A-0D85-3CD2792FF253}"/>
              </a:ext>
            </a:extLst>
          </p:cNvPr>
          <p:cNvSpPr/>
          <p:nvPr/>
        </p:nvSpPr>
        <p:spPr>
          <a:xfrm>
            <a:off x="0" y="420278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Economia significativa na análise manual de transcrições</a:t>
            </a:r>
            <a:endParaRPr lang="en-US" sz="175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504D1AA4-A4C6-ABA9-7223-BB4B44D9B201}"/>
              </a:ext>
            </a:extLst>
          </p:cNvPr>
          <p:cNvSpPr/>
          <p:nvPr/>
        </p:nvSpPr>
        <p:spPr>
          <a:xfrm>
            <a:off x="4442103" y="268057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30%</a:t>
            </a:r>
            <a:endParaRPr lang="en-US" sz="585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31F4A02C-3287-91EB-4D34-17E0147AB25C}"/>
              </a:ext>
            </a:extLst>
          </p:cNvPr>
          <p:cNvSpPr/>
          <p:nvPr/>
        </p:nvSpPr>
        <p:spPr>
          <a:xfrm>
            <a:off x="5061347" y="3712369"/>
            <a:ext cx="2920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Identificação Precoce</a:t>
            </a:r>
            <a:endParaRPr lang="en-US" sz="2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D2F2A3E6-965A-3542-6ABC-77B007932B90}"/>
              </a:ext>
            </a:extLst>
          </p:cNvPr>
          <p:cNvSpPr/>
          <p:nvPr/>
        </p:nvSpPr>
        <p:spPr>
          <a:xfrm>
            <a:off x="4442103" y="420278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Aumento na detecção de clientes insatisfeitos</a:t>
            </a:r>
            <a:endParaRPr lang="en-US" sz="17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A4B06A5-6851-95A4-9A6B-C17618555764}"/>
              </a:ext>
            </a:extLst>
          </p:cNvPr>
          <p:cNvSpPr/>
          <p:nvPr/>
        </p:nvSpPr>
        <p:spPr>
          <a:xfrm>
            <a:off x="8884205" y="268057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85%+</a:t>
            </a:r>
            <a:endParaRPr lang="en-US" sz="585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897D42F-543F-F681-24AC-ADD8388459D1}"/>
              </a:ext>
            </a:extLst>
          </p:cNvPr>
          <p:cNvSpPr/>
          <p:nvPr/>
        </p:nvSpPr>
        <p:spPr>
          <a:xfrm>
            <a:off x="9545836" y="37123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Precisão</a:t>
            </a:r>
            <a:endParaRPr lang="en-US" sz="22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E0FB030C-CFE3-A03D-A455-314A94BA645C}"/>
              </a:ext>
            </a:extLst>
          </p:cNvPr>
          <p:cNvSpPr/>
          <p:nvPr/>
        </p:nvSpPr>
        <p:spPr>
          <a:xfrm>
            <a:off x="8884205" y="420278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Acurácia na classificação automática de atendimentos</a:t>
            </a:r>
            <a:endParaRPr lang="en-US" sz="17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132BD880-628C-7464-AF60-B5CF841CAFC5}"/>
              </a:ext>
            </a:extLst>
          </p:cNvPr>
          <p:cNvSpPr/>
          <p:nvPr/>
        </p:nvSpPr>
        <p:spPr>
          <a:xfrm>
            <a:off x="0" y="51837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Melhoria substancial na qualidade do atendimento, personalização de respostas, redução de churn e aumento da fidelização de clientes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047312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BAF28-EF6C-F64B-7C8B-2A291B48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1F5CA41-F381-3627-F93D-24C2F75ED6CF}"/>
              </a:ext>
            </a:extLst>
          </p:cNvPr>
          <p:cNvSpPr/>
          <p:nvPr/>
        </p:nvSpPr>
        <p:spPr>
          <a:xfrm>
            <a:off x="198074" y="709188"/>
            <a:ext cx="11880000" cy="108000"/>
          </a:xfrm>
          <a:prstGeom prst="roundRect">
            <a:avLst/>
          </a:prstGeom>
          <a:solidFill>
            <a:srgbClr val="283157"/>
          </a:solidFill>
          <a:ln>
            <a:solidFill>
              <a:srgbClr val="2831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Fluxograma: Conector 8">
            <a:extLst>
              <a:ext uri="{FF2B5EF4-FFF2-40B4-BE49-F238E27FC236}">
                <a16:creationId xmlns:a16="http://schemas.microsoft.com/office/drawing/2014/main" id="{76AD95B6-241B-0FD6-0F76-5D290FF4E64F}"/>
              </a:ext>
            </a:extLst>
          </p:cNvPr>
          <p:cNvSpPr/>
          <p:nvPr/>
        </p:nvSpPr>
        <p:spPr>
          <a:xfrm>
            <a:off x="513005" y="92067"/>
            <a:ext cx="1527425" cy="1440000"/>
          </a:xfrm>
          <a:prstGeom prst="flowChartConnector">
            <a:avLst/>
          </a:prstGeom>
          <a:solidFill>
            <a:srgbClr val="080E26"/>
          </a:solidFill>
          <a:ln>
            <a:solidFill>
              <a:srgbClr val="2831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283157"/>
                </a:solidFill>
              </a:rPr>
              <a:t>Dor do negocio</a:t>
            </a:r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A88C4AF6-2D33-D776-DEF7-9EA1B8082769}"/>
              </a:ext>
            </a:extLst>
          </p:cNvPr>
          <p:cNvSpPr/>
          <p:nvPr/>
        </p:nvSpPr>
        <p:spPr>
          <a:xfrm>
            <a:off x="2466421" y="92067"/>
            <a:ext cx="1527425" cy="1440000"/>
          </a:xfrm>
          <a:prstGeom prst="flowChartConnector">
            <a:avLst/>
          </a:prstGeom>
          <a:solidFill>
            <a:srgbClr val="080E26"/>
          </a:solidFill>
          <a:ln>
            <a:solidFill>
              <a:srgbClr val="2831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283157"/>
                </a:solidFill>
              </a:rPr>
              <a:t>Solução Proposta</a:t>
            </a:r>
          </a:p>
        </p:txBody>
      </p:sp>
      <p:sp>
        <p:nvSpPr>
          <p:cNvPr id="11" name="Fluxograma: Conector 10">
            <a:extLst>
              <a:ext uri="{FF2B5EF4-FFF2-40B4-BE49-F238E27FC236}">
                <a16:creationId xmlns:a16="http://schemas.microsoft.com/office/drawing/2014/main" id="{B1453E64-402E-97C7-B016-9A3FD9325938}"/>
              </a:ext>
            </a:extLst>
          </p:cNvPr>
          <p:cNvSpPr/>
          <p:nvPr/>
        </p:nvSpPr>
        <p:spPr>
          <a:xfrm>
            <a:off x="4419837" y="92067"/>
            <a:ext cx="1527425" cy="1440000"/>
          </a:xfrm>
          <a:prstGeom prst="flowChartConnector">
            <a:avLst/>
          </a:prstGeom>
          <a:solidFill>
            <a:srgbClr val="080E26"/>
          </a:solidFill>
          <a:ln>
            <a:solidFill>
              <a:srgbClr val="2831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283157"/>
                </a:solidFill>
              </a:rPr>
              <a:t>Etapas</a:t>
            </a:r>
          </a:p>
        </p:txBody>
      </p:sp>
      <p:sp>
        <p:nvSpPr>
          <p:cNvPr id="12" name="Fluxograma: Conector 11">
            <a:extLst>
              <a:ext uri="{FF2B5EF4-FFF2-40B4-BE49-F238E27FC236}">
                <a16:creationId xmlns:a16="http://schemas.microsoft.com/office/drawing/2014/main" id="{AAE709E8-39FA-B034-8BC0-3306101A75AC}"/>
              </a:ext>
            </a:extLst>
          </p:cNvPr>
          <p:cNvSpPr/>
          <p:nvPr/>
        </p:nvSpPr>
        <p:spPr>
          <a:xfrm>
            <a:off x="6373253" y="92067"/>
            <a:ext cx="1527425" cy="1440000"/>
          </a:xfrm>
          <a:prstGeom prst="flowChartConnector">
            <a:avLst/>
          </a:prstGeom>
          <a:solidFill>
            <a:srgbClr val="080E26"/>
          </a:solidFill>
          <a:ln>
            <a:solidFill>
              <a:srgbClr val="2831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283157"/>
                </a:solidFill>
              </a:rPr>
              <a:t>Métricas</a:t>
            </a:r>
          </a:p>
        </p:txBody>
      </p:sp>
      <p:sp>
        <p:nvSpPr>
          <p:cNvPr id="13" name="Fluxograma: Conector 12">
            <a:extLst>
              <a:ext uri="{FF2B5EF4-FFF2-40B4-BE49-F238E27FC236}">
                <a16:creationId xmlns:a16="http://schemas.microsoft.com/office/drawing/2014/main" id="{69302FB3-A41B-CF71-A2D4-732C5A220748}"/>
              </a:ext>
            </a:extLst>
          </p:cNvPr>
          <p:cNvSpPr/>
          <p:nvPr/>
        </p:nvSpPr>
        <p:spPr>
          <a:xfrm>
            <a:off x="8326669" y="92067"/>
            <a:ext cx="1527425" cy="1440000"/>
          </a:xfrm>
          <a:prstGeom prst="flowChartConnector">
            <a:avLst/>
          </a:prstGeom>
          <a:solidFill>
            <a:srgbClr val="080E26"/>
          </a:solidFill>
          <a:ln>
            <a:solidFill>
              <a:srgbClr val="2831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283157"/>
                </a:solidFill>
              </a:rPr>
              <a:t>Valoração</a:t>
            </a:r>
          </a:p>
        </p:txBody>
      </p: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28BA4A1A-A7B5-261C-BB0A-19333AEF7F45}"/>
              </a:ext>
            </a:extLst>
          </p:cNvPr>
          <p:cNvSpPr/>
          <p:nvPr/>
        </p:nvSpPr>
        <p:spPr>
          <a:xfrm>
            <a:off x="10280085" y="92067"/>
            <a:ext cx="1527425" cy="1440000"/>
          </a:xfrm>
          <a:prstGeom prst="flowChartConnector">
            <a:avLst/>
          </a:prstGeom>
          <a:solidFill>
            <a:srgbClr val="283157"/>
          </a:solidFill>
          <a:ln>
            <a:solidFill>
              <a:srgbClr val="2831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4324153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304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Epilogue</vt:lpstr>
      <vt:lpstr>Fraunces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José Silva</dc:creator>
  <cp:lastModifiedBy>Guilherme José Silva</cp:lastModifiedBy>
  <cp:revision>1</cp:revision>
  <dcterms:created xsi:type="dcterms:W3CDTF">2025-10-19T14:50:21Z</dcterms:created>
  <dcterms:modified xsi:type="dcterms:W3CDTF">2025-10-20T01:01:35Z</dcterms:modified>
</cp:coreProperties>
</file>